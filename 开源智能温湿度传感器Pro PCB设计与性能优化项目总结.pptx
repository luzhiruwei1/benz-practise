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1.xml"/><Relationship Id="rId13" Type="http://schemas.openxmlformats.org/officeDocument/2006/relationships/image" Target="../media/image4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9" Type="http://schemas.openxmlformats.org/officeDocument/2006/relationships/slideLayout" Target="../slideLayouts/slideLayout7.xml"/><Relationship Id="rId38" Type="http://schemas.openxmlformats.org/officeDocument/2006/relationships/tags" Target="../tags/tag47.xml"/><Relationship Id="rId37" Type="http://schemas.openxmlformats.org/officeDocument/2006/relationships/tags" Target="../tags/tag46.xml"/><Relationship Id="rId36" Type="http://schemas.openxmlformats.org/officeDocument/2006/relationships/tags" Target="../tags/tag45.xml"/><Relationship Id="rId35" Type="http://schemas.openxmlformats.org/officeDocument/2006/relationships/tags" Target="../tags/tag44.xml"/><Relationship Id="rId34" Type="http://schemas.openxmlformats.org/officeDocument/2006/relationships/tags" Target="../tags/tag43.xml"/><Relationship Id="rId33" Type="http://schemas.openxmlformats.org/officeDocument/2006/relationships/tags" Target="../tags/tag42.xml"/><Relationship Id="rId32" Type="http://schemas.openxmlformats.org/officeDocument/2006/relationships/tags" Target="../tags/tag41.xml"/><Relationship Id="rId31" Type="http://schemas.openxmlformats.org/officeDocument/2006/relationships/tags" Target="../tags/tag40.xml"/><Relationship Id="rId30" Type="http://schemas.openxmlformats.org/officeDocument/2006/relationships/tags" Target="../tags/tag39.xml"/><Relationship Id="rId3" Type="http://schemas.openxmlformats.org/officeDocument/2006/relationships/tags" Target="../tags/tag12.xml"/><Relationship Id="rId29" Type="http://schemas.openxmlformats.org/officeDocument/2006/relationships/tags" Target="../tags/tag38.xml"/><Relationship Id="rId28" Type="http://schemas.openxmlformats.org/officeDocument/2006/relationships/tags" Target="../tags/tag37.xml"/><Relationship Id="rId27" Type="http://schemas.openxmlformats.org/officeDocument/2006/relationships/tags" Target="../tags/tag36.xml"/><Relationship Id="rId26" Type="http://schemas.openxmlformats.org/officeDocument/2006/relationships/tags" Target="../tags/tag35.xml"/><Relationship Id="rId25" Type="http://schemas.openxmlformats.org/officeDocument/2006/relationships/tags" Target="../tags/tag34.xml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8" Type="http://schemas.openxmlformats.org/officeDocument/2006/relationships/slideLayout" Target="../slideLayouts/slideLayout7.xml"/><Relationship Id="rId67" Type="http://schemas.openxmlformats.org/officeDocument/2006/relationships/tags" Target="../tags/tag111.xml"/><Relationship Id="rId66" Type="http://schemas.openxmlformats.org/officeDocument/2006/relationships/tags" Target="../tags/tag110.xml"/><Relationship Id="rId65" Type="http://schemas.openxmlformats.org/officeDocument/2006/relationships/tags" Target="../tags/tag109.xml"/><Relationship Id="rId64" Type="http://schemas.openxmlformats.org/officeDocument/2006/relationships/tags" Target="../tags/tag108.xml"/><Relationship Id="rId63" Type="http://schemas.openxmlformats.org/officeDocument/2006/relationships/tags" Target="../tags/tag107.xml"/><Relationship Id="rId62" Type="http://schemas.openxmlformats.org/officeDocument/2006/relationships/image" Target="../media/image14.svg"/><Relationship Id="rId61" Type="http://schemas.openxmlformats.org/officeDocument/2006/relationships/image" Target="../media/image13.png"/><Relationship Id="rId60" Type="http://schemas.openxmlformats.org/officeDocument/2006/relationships/tags" Target="../tags/tag106.xml"/><Relationship Id="rId6" Type="http://schemas.openxmlformats.org/officeDocument/2006/relationships/image" Target="../media/image6.svg"/><Relationship Id="rId59" Type="http://schemas.openxmlformats.org/officeDocument/2006/relationships/tags" Target="../tags/tag105.xml"/><Relationship Id="rId58" Type="http://schemas.openxmlformats.org/officeDocument/2006/relationships/tags" Target="../tags/tag104.xml"/><Relationship Id="rId57" Type="http://schemas.openxmlformats.org/officeDocument/2006/relationships/tags" Target="../tags/tag103.xml"/><Relationship Id="rId56" Type="http://schemas.openxmlformats.org/officeDocument/2006/relationships/tags" Target="../tags/tag102.xml"/><Relationship Id="rId55" Type="http://schemas.openxmlformats.org/officeDocument/2006/relationships/tags" Target="../tags/tag101.xml"/><Relationship Id="rId54" Type="http://schemas.openxmlformats.org/officeDocument/2006/relationships/tags" Target="../tags/tag100.xml"/><Relationship Id="rId53" Type="http://schemas.openxmlformats.org/officeDocument/2006/relationships/tags" Target="../tags/tag99.xml"/><Relationship Id="rId52" Type="http://schemas.openxmlformats.org/officeDocument/2006/relationships/tags" Target="../tags/tag98.xml"/><Relationship Id="rId51" Type="http://schemas.openxmlformats.org/officeDocument/2006/relationships/tags" Target="../tags/tag97.xml"/><Relationship Id="rId50" Type="http://schemas.openxmlformats.org/officeDocument/2006/relationships/tags" Target="../tags/tag96.xml"/><Relationship Id="rId5" Type="http://schemas.openxmlformats.org/officeDocument/2006/relationships/image" Target="../media/image5.png"/><Relationship Id="rId49" Type="http://schemas.openxmlformats.org/officeDocument/2006/relationships/tags" Target="../tags/tag95.xml"/><Relationship Id="rId48" Type="http://schemas.openxmlformats.org/officeDocument/2006/relationships/tags" Target="../tags/tag94.xml"/><Relationship Id="rId47" Type="http://schemas.openxmlformats.org/officeDocument/2006/relationships/tags" Target="../tags/tag93.xml"/><Relationship Id="rId46" Type="http://schemas.openxmlformats.org/officeDocument/2006/relationships/tags" Target="../tags/tag92.xml"/><Relationship Id="rId45" Type="http://schemas.openxmlformats.org/officeDocument/2006/relationships/image" Target="../media/image12.svg"/><Relationship Id="rId44" Type="http://schemas.openxmlformats.org/officeDocument/2006/relationships/image" Target="../media/image11.png"/><Relationship Id="rId43" Type="http://schemas.openxmlformats.org/officeDocument/2006/relationships/tags" Target="../tags/tag91.xml"/><Relationship Id="rId42" Type="http://schemas.openxmlformats.org/officeDocument/2006/relationships/tags" Target="../tags/tag90.xml"/><Relationship Id="rId41" Type="http://schemas.openxmlformats.org/officeDocument/2006/relationships/tags" Target="../tags/tag89.xml"/><Relationship Id="rId40" Type="http://schemas.openxmlformats.org/officeDocument/2006/relationships/tags" Target="../tags/tag88.xml"/><Relationship Id="rId4" Type="http://schemas.openxmlformats.org/officeDocument/2006/relationships/tags" Target="../tags/tag58.xml"/><Relationship Id="rId39" Type="http://schemas.openxmlformats.org/officeDocument/2006/relationships/tags" Target="../tags/tag87.xml"/><Relationship Id="rId38" Type="http://schemas.openxmlformats.org/officeDocument/2006/relationships/tags" Target="../tags/tag86.xml"/><Relationship Id="rId37" Type="http://schemas.openxmlformats.org/officeDocument/2006/relationships/tags" Target="../tags/tag85.xml"/><Relationship Id="rId36" Type="http://schemas.openxmlformats.org/officeDocument/2006/relationships/tags" Target="../tags/tag84.xml"/><Relationship Id="rId35" Type="http://schemas.openxmlformats.org/officeDocument/2006/relationships/tags" Target="../tags/tag83.xml"/><Relationship Id="rId34" Type="http://schemas.openxmlformats.org/officeDocument/2006/relationships/tags" Target="../tags/tag82.xml"/><Relationship Id="rId33" Type="http://schemas.openxmlformats.org/officeDocument/2006/relationships/tags" Target="../tags/tag81.xml"/><Relationship Id="rId32" Type="http://schemas.openxmlformats.org/officeDocument/2006/relationships/tags" Target="../tags/tag80.xml"/><Relationship Id="rId31" Type="http://schemas.openxmlformats.org/officeDocument/2006/relationships/tags" Target="../tags/tag79.xml"/><Relationship Id="rId30" Type="http://schemas.openxmlformats.org/officeDocument/2006/relationships/tags" Target="../tags/tag78.xml"/><Relationship Id="rId3" Type="http://schemas.openxmlformats.org/officeDocument/2006/relationships/tags" Target="../tags/tag57.xml"/><Relationship Id="rId29" Type="http://schemas.openxmlformats.org/officeDocument/2006/relationships/tags" Target="../tags/tag77.xml"/><Relationship Id="rId28" Type="http://schemas.openxmlformats.org/officeDocument/2006/relationships/tags" Target="../tags/tag76.xml"/><Relationship Id="rId27" Type="http://schemas.openxmlformats.org/officeDocument/2006/relationships/tags" Target="../tags/tag75.xml"/><Relationship Id="rId26" Type="http://schemas.openxmlformats.org/officeDocument/2006/relationships/tags" Target="../tags/tag74.xml"/><Relationship Id="rId25" Type="http://schemas.openxmlformats.org/officeDocument/2006/relationships/tags" Target="../tags/tag73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image" Target="../media/image10.svg"/><Relationship Id="rId21" Type="http://schemas.openxmlformats.org/officeDocument/2006/relationships/image" Target="../media/image9.png"/><Relationship Id="rId20" Type="http://schemas.openxmlformats.org/officeDocument/2006/relationships/tags" Target="../tags/tag70.xml"/><Relationship Id="rId2" Type="http://schemas.openxmlformats.org/officeDocument/2006/relationships/tags" Target="../tags/tag56.xml"/><Relationship Id="rId19" Type="http://schemas.openxmlformats.org/officeDocument/2006/relationships/tags" Target="../tags/tag69.xml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9" Type="http://schemas.openxmlformats.org/officeDocument/2006/relationships/slideLayout" Target="../slideLayouts/slideLayout7.xml"/><Relationship Id="rId38" Type="http://schemas.openxmlformats.org/officeDocument/2006/relationships/tags" Target="../tags/tag143.xml"/><Relationship Id="rId37" Type="http://schemas.openxmlformats.org/officeDocument/2006/relationships/tags" Target="../tags/tag142.xml"/><Relationship Id="rId36" Type="http://schemas.openxmlformats.org/officeDocument/2006/relationships/tags" Target="../tags/tag141.xml"/><Relationship Id="rId35" Type="http://schemas.openxmlformats.org/officeDocument/2006/relationships/tags" Target="../tags/tag140.xml"/><Relationship Id="rId34" Type="http://schemas.openxmlformats.org/officeDocument/2006/relationships/tags" Target="../tags/tag139.xml"/><Relationship Id="rId33" Type="http://schemas.openxmlformats.org/officeDocument/2006/relationships/tags" Target="../tags/tag138.xml"/><Relationship Id="rId32" Type="http://schemas.openxmlformats.org/officeDocument/2006/relationships/tags" Target="../tags/tag137.xml"/><Relationship Id="rId31" Type="http://schemas.openxmlformats.org/officeDocument/2006/relationships/tags" Target="../tags/tag136.xml"/><Relationship Id="rId30" Type="http://schemas.openxmlformats.org/officeDocument/2006/relationships/tags" Target="../tags/tag135.xml"/><Relationship Id="rId3" Type="http://schemas.openxmlformats.org/officeDocument/2006/relationships/tags" Target="../tags/tag114.xml"/><Relationship Id="rId29" Type="http://schemas.openxmlformats.org/officeDocument/2006/relationships/image" Target="../media/image20.svg"/><Relationship Id="rId28" Type="http://schemas.openxmlformats.org/officeDocument/2006/relationships/image" Target="../media/image19.png"/><Relationship Id="rId27" Type="http://schemas.openxmlformats.org/officeDocument/2006/relationships/tags" Target="../tags/tag134.xml"/><Relationship Id="rId26" Type="http://schemas.openxmlformats.org/officeDocument/2006/relationships/tags" Target="../tags/tag133.xml"/><Relationship Id="rId25" Type="http://schemas.openxmlformats.org/officeDocument/2006/relationships/tags" Target="../tags/tag132.xml"/><Relationship Id="rId24" Type="http://schemas.openxmlformats.org/officeDocument/2006/relationships/tags" Target="../tags/tag131.xml"/><Relationship Id="rId23" Type="http://schemas.openxmlformats.org/officeDocument/2006/relationships/tags" Target="../tags/tag130.xml"/><Relationship Id="rId22" Type="http://schemas.openxmlformats.org/officeDocument/2006/relationships/tags" Target="../tags/tag129.xml"/><Relationship Id="rId21" Type="http://schemas.openxmlformats.org/officeDocument/2006/relationships/image" Target="../media/image18.svg"/><Relationship Id="rId20" Type="http://schemas.openxmlformats.org/officeDocument/2006/relationships/image" Target="../media/image17.png"/><Relationship Id="rId2" Type="http://schemas.openxmlformats.org/officeDocument/2006/relationships/tags" Target="../tags/tag113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image" Target="../media/image16.svg"/><Relationship Id="rId12" Type="http://schemas.openxmlformats.org/officeDocument/2006/relationships/image" Target="../media/image15.png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tags" Target="../tags/tag1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image" Target="../media/image22.svg"/><Relationship Id="rId50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9" Type="http://schemas.openxmlformats.org/officeDocument/2006/relationships/tags" Target="../tags/tag187.xml"/><Relationship Id="rId48" Type="http://schemas.openxmlformats.org/officeDocument/2006/relationships/tags" Target="../tags/tag186.xml"/><Relationship Id="rId47" Type="http://schemas.openxmlformats.org/officeDocument/2006/relationships/tags" Target="../tags/tag185.xml"/><Relationship Id="rId46" Type="http://schemas.openxmlformats.org/officeDocument/2006/relationships/tags" Target="../tags/tag184.xml"/><Relationship Id="rId45" Type="http://schemas.openxmlformats.org/officeDocument/2006/relationships/image" Target="../media/image32.svg"/><Relationship Id="rId44" Type="http://schemas.openxmlformats.org/officeDocument/2006/relationships/image" Target="../media/image31.png"/><Relationship Id="rId43" Type="http://schemas.openxmlformats.org/officeDocument/2006/relationships/tags" Target="../tags/tag183.xml"/><Relationship Id="rId42" Type="http://schemas.openxmlformats.org/officeDocument/2006/relationships/tags" Target="../tags/tag182.xml"/><Relationship Id="rId41" Type="http://schemas.openxmlformats.org/officeDocument/2006/relationships/tags" Target="../tags/tag181.xml"/><Relationship Id="rId40" Type="http://schemas.openxmlformats.org/officeDocument/2006/relationships/tags" Target="../tags/tag180.xml"/><Relationship Id="rId4" Type="http://schemas.openxmlformats.org/officeDocument/2006/relationships/tags" Target="../tags/tag154.xml"/><Relationship Id="rId39" Type="http://schemas.openxmlformats.org/officeDocument/2006/relationships/tags" Target="../tags/tag179.xml"/><Relationship Id="rId38" Type="http://schemas.openxmlformats.org/officeDocument/2006/relationships/tags" Target="../tags/tag178.xml"/><Relationship Id="rId37" Type="http://schemas.openxmlformats.org/officeDocument/2006/relationships/tags" Target="../tags/tag177.xml"/><Relationship Id="rId36" Type="http://schemas.openxmlformats.org/officeDocument/2006/relationships/image" Target="../media/image30.svg"/><Relationship Id="rId35" Type="http://schemas.openxmlformats.org/officeDocument/2006/relationships/image" Target="../media/image29.png"/><Relationship Id="rId34" Type="http://schemas.openxmlformats.org/officeDocument/2006/relationships/tags" Target="../tags/tag176.xml"/><Relationship Id="rId33" Type="http://schemas.openxmlformats.org/officeDocument/2006/relationships/tags" Target="../tags/tag175.xml"/><Relationship Id="rId32" Type="http://schemas.openxmlformats.org/officeDocument/2006/relationships/tags" Target="../tags/tag174.xml"/><Relationship Id="rId31" Type="http://schemas.openxmlformats.org/officeDocument/2006/relationships/tags" Target="../tags/tag173.xml"/><Relationship Id="rId30" Type="http://schemas.openxmlformats.org/officeDocument/2006/relationships/tags" Target="../tags/tag172.xml"/><Relationship Id="rId3" Type="http://schemas.openxmlformats.org/officeDocument/2006/relationships/tags" Target="../tags/tag153.xml"/><Relationship Id="rId29" Type="http://schemas.openxmlformats.org/officeDocument/2006/relationships/tags" Target="../tags/tag171.xml"/><Relationship Id="rId28" Type="http://schemas.openxmlformats.org/officeDocument/2006/relationships/tags" Target="../tags/tag170.xml"/><Relationship Id="rId27" Type="http://schemas.openxmlformats.org/officeDocument/2006/relationships/image" Target="../media/image28.svg"/><Relationship Id="rId26" Type="http://schemas.openxmlformats.org/officeDocument/2006/relationships/image" Target="../media/image27.png"/><Relationship Id="rId25" Type="http://schemas.openxmlformats.org/officeDocument/2006/relationships/tags" Target="../tags/tag169.xml"/><Relationship Id="rId24" Type="http://schemas.openxmlformats.org/officeDocument/2006/relationships/tags" Target="../tags/tag168.xml"/><Relationship Id="rId23" Type="http://schemas.openxmlformats.org/officeDocument/2006/relationships/tags" Target="../tags/tag167.xml"/><Relationship Id="rId22" Type="http://schemas.openxmlformats.org/officeDocument/2006/relationships/tags" Target="../tags/tag166.xml"/><Relationship Id="rId21" Type="http://schemas.openxmlformats.org/officeDocument/2006/relationships/tags" Target="../tags/tag165.xml"/><Relationship Id="rId20" Type="http://schemas.openxmlformats.org/officeDocument/2006/relationships/tags" Target="../tags/tag164.xml"/><Relationship Id="rId2" Type="http://schemas.openxmlformats.org/officeDocument/2006/relationships/tags" Target="../tags/tag152.xml"/><Relationship Id="rId19" Type="http://schemas.openxmlformats.org/officeDocument/2006/relationships/tags" Target="../tags/tag163.xml"/><Relationship Id="rId18" Type="http://schemas.openxmlformats.org/officeDocument/2006/relationships/image" Target="../media/image26.svg"/><Relationship Id="rId17" Type="http://schemas.openxmlformats.org/officeDocument/2006/relationships/image" Target="../media/image25.png"/><Relationship Id="rId16" Type="http://schemas.openxmlformats.org/officeDocument/2006/relationships/tags" Target="../tags/tag162.xml"/><Relationship Id="rId15" Type="http://schemas.openxmlformats.org/officeDocument/2006/relationships/tags" Target="../tags/tag161.xml"/><Relationship Id="rId14" Type="http://schemas.openxmlformats.org/officeDocument/2006/relationships/tags" Target="../tags/tag160.xml"/><Relationship Id="rId13" Type="http://schemas.openxmlformats.org/officeDocument/2006/relationships/tags" Target="../tags/tag159.xml"/><Relationship Id="rId12" Type="http://schemas.openxmlformats.org/officeDocument/2006/relationships/image" Target="../media/image24.svg"/><Relationship Id="rId11" Type="http://schemas.openxmlformats.org/officeDocument/2006/relationships/image" Target="../media/image23.png"/><Relationship Id="rId10" Type="http://schemas.openxmlformats.org/officeDocument/2006/relationships/tags" Target="../tags/tag158.xml"/><Relationship Id="rId1" Type="http://schemas.openxmlformats.org/officeDocument/2006/relationships/tags" Target="../tags/tag15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image" Target="../media/image33.jpeg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9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8" Type="http://schemas.openxmlformats.org/officeDocument/2006/relationships/slideLayout" Target="../slideLayouts/slideLayout7.xml"/><Relationship Id="rId37" Type="http://schemas.openxmlformats.org/officeDocument/2006/relationships/tags" Target="../tags/tag253.xml"/><Relationship Id="rId36" Type="http://schemas.openxmlformats.org/officeDocument/2006/relationships/tags" Target="../tags/tag252.xml"/><Relationship Id="rId35" Type="http://schemas.openxmlformats.org/officeDocument/2006/relationships/tags" Target="../tags/tag251.xml"/><Relationship Id="rId34" Type="http://schemas.openxmlformats.org/officeDocument/2006/relationships/tags" Target="../tags/tag250.xml"/><Relationship Id="rId33" Type="http://schemas.openxmlformats.org/officeDocument/2006/relationships/tags" Target="../tags/tag249.xml"/><Relationship Id="rId32" Type="http://schemas.openxmlformats.org/officeDocument/2006/relationships/tags" Target="../tags/tag248.xml"/><Relationship Id="rId31" Type="http://schemas.openxmlformats.org/officeDocument/2006/relationships/tags" Target="../tags/tag247.xml"/><Relationship Id="rId30" Type="http://schemas.openxmlformats.org/officeDocument/2006/relationships/tags" Target="../tags/tag246.xml"/><Relationship Id="rId3" Type="http://schemas.openxmlformats.org/officeDocument/2006/relationships/tags" Target="../tags/tag220.xml"/><Relationship Id="rId29" Type="http://schemas.openxmlformats.org/officeDocument/2006/relationships/tags" Target="../tags/tag245.xml"/><Relationship Id="rId28" Type="http://schemas.openxmlformats.org/officeDocument/2006/relationships/tags" Target="../tags/tag244.xml"/><Relationship Id="rId27" Type="http://schemas.openxmlformats.org/officeDocument/2006/relationships/tags" Target="../tags/tag243.xml"/><Relationship Id="rId26" Type="http://schemas.openxmlformats.org/officeDocument/2006/relationships/tags" Target="../tags/tag242.xml"/><Relationship Id="rId25" Type="http://schemas.openxmlformats.org/officeDocument/2006/relationships/tags" Target="../tags/tag241.xml"/><Relationship Id="rId24" Type="http://schemas.openxmlformats.org/officeDocument/2006/relationships/tags" Target="../tags/tag240.xml"/><Relationship Id="rId23" Type="http://schemas.openxmlformats.org/officeDocument/2006/relationships/image" Target="../media/image34.jpeg"/><Relationship Id="rId22" Type="http://schemas.openxmlformats.org/officeDocument/2006/relationships/tags" Target="../tags/tag239.xml"/><Relationship Id="rId21" Type="http://schemas.openxmlformats.org/officeDocument/2006/relationships/tags" Target="../tags/tag238.xml"/><Relationship Id="rId20" Type="http://schemas.openxmlformats.org/officeDocument/2006/relationships/tags" Target="../tags/tag237.xml"/><Relationship Id="rId2" Type="http://schemas.openxmlformats.org/officeDocument/2006/relationships/tags" Target="../tags/tag219.xml"/><Relationship Id="rId19" Type="http://schemas.openxmlformats.org/officeDocument/2006/relationships/tags" Target="../tags/tag236.xml"/><Relationship Id="rId18" Type="http://schemas.openxmlformats.org/officeDocument/2006/relationships/tags" Target="../tags/tag235.xml"/><Relationship Id="rId17" Type="http://schemas.openxmlformats.org/officeDocument/2006/relationships/tags" Target="../tags/tag234.xml"/><Relationship Id="rId16" Type="http://schemas.openxmlformats.org/officeDocument/2006/relationships/tags" Target="../tags/tag233.xml"/><Relationship Id="rId15" Type="http://schemas.openxmlformats.org/officeDocument/2006/relationships/tags" Target="../tags/tag232.xml"/><Relationship Id="rId14" Type="http://schemas.openxmlformats.org/officeDocument/2006/relationships/tags" Target="../tags/tag231.xml"/><Relationship Id="rId13" Type="http://schemas.openxmlformats.org/officeDocument/2006/relationships/tags" Target="../tags/tag230.xml"/><Relationship Id="rId12" Type="http://schemas.openxmlformats.org/officeDocument/2006/relationships/tags" Target="../tags/tag229.xml"/><Relationship Id="rId11" Type="http://schemas.openxmlformats.org/officeDocument/2006/relationships/tags" Target="../tags/tag228.xml"/><Relationship Id="rId10" Type="http://schemas.openxmlformats.org/officeDocument/2006/relationships/tags" Target="../tags/tag227.xml"/><Relationship Id="rId1" Type="http://schemas.openxmlformats.org/officeDocument/2006/relationships/tags" Target="../tags/tag21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61.xml"/><Relationship Id="rId8" Type="http://schemas.openxmlformats.org/officeDocument/2006/relationships/tags" Target="../tags/tag260.xml"/><Relationship Id="rId7" Type="http://schemas.openxmlformats.org/officeDocument/2006/relationships/tags" Target="../tags/tag259.xml"/><Relationship Id="rId6" Type="http://schemas.openxmlformats.org/officeDocument/2006/relationships/image" Target="../media/image35.jpeg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8" Type="http://schemas.openxmlformats.org/officeDocument/2006/relationships/slideLayout" Target="../slideLayouts/slideLayout7.xml"/><Relationship Id="rId37" Type="http://schemas.openxmlformats.org/officeDocument/2006/relationships/tags" Target="../tags/tag287.xml"/><Relationship Id="rId36" Type="http://schemas.openxmlformats.org/officeDocument/2006/relationships/tags" Target="../tags/tag286.xml"/><Relationship Id="rId35" Type="http://schemas.openxmlformats.org/officeDocument/2006/relationships/tags" Target="../tags/tag285.xml"/><Relationship Id="rId34" Type="http://schemas.openxmlformats.org/officeDocument/2006/relationships/tags" Target="../tags/tag284.xml"/><Relationship Id="rId33" Type="http://schemas.openxmlformats.org/officeDocument/2006/relationships/tags" Target="../tags/tag283.xml"/><Relationship Id="rId32" Type="http://schemas.openxmlformats.org/officeDocument/2006/relationships/tags" Target="../tags/tag282.xml"/><Relationship Id="rId31" Type="http://schemas.openxmlformats.org/officeDocument/2006/relationships/tags" Target="../tags/tag281.xml"/><Relationship Id="rId30" Type="http://schemas.openxmlformats.org/officeDocument/2006/relationships/tags" Target="../tags/tag280.xml"/><Relationship Id="rId3" Type="http://schemas.openxmlformats.org/officeDocument/2006/relationships/tags" Target="../tags/tag256.xml"/><Relationship Id="rId29" Type="http://schemas.openxmlformats.org/officeDocument/2006/relationships/tags" Target="../tags/tag279.xml"/><Relationship Id="rId28" Type="http://schemas.openxmlformats.org/officeDocument/2006/relationships/tags" Target="../tags/tag278.xml"/><Relationship Id="rId27" Type="http://schemas.openxmlformats.org/officeDocument/2006/relationships/tags" Target="../tags/tag277.xml"/><Relationship Id="rId26" Type="http://schemas.openxmlformats.org/officeDocument/2006/relationships/tags" Target="../tags/tag276.xml"/><Relationship Id="rId25" Type="http://schemas.openxmlformats.org/officeDocument/2006/relationships/tags" Target="../tags/tag275.xml"/><Relationship Id="rId24" Type="http://schemas.openxmlformats.org/officeDocument/2006/relationships/tags" Target="../tags/tag274.xml"/><Relationship Id="rId23" Type="http://schemas.openxmlformats.org/officeDocument/2006/relationships/tags" Target="../tags/tag273.xml"/><Relationship Id="rId22" Type="http://schemas.openxmlformats.org/officeDocument/2006/relationships/tags" Target="../tags/tag272.xml"/><Relationship Id="rId21" Type="http://schemas.openxmlformats.org/officeDocument/2006/relationships/tags" Target="../tags/tag271.xml"/><Relationship Id="rId20" Type="http://schemas.openxmlformats.org/officeDocument/2006/relationships/tags" Target="../tags/tag270.xml"/><Relationship Id="rId2" Type="http://schemas.openxmlformats.org/officeDocument/2006/relationships/tags" Target="../tags/tag255.xml"/><Relationship Id="rId19" Type="http://schemas.openxmlformats.org/officeDocument/2006/relationships/tags" Target="../tags/tag269.xml"/><Relationship Id="rId18" Type="http://schemas.openxmlformats.org/officeDocument/2006/relationships/tags" Target="../tags/tag268.xml"/><Relationship Id="rId17" Type="http://schemas.openxmlformats.org/officeDocument/2006/relationships/tags" Target="../tags/tag267.xml"/><Relationship Id="rId16" Type="http://schemas.openxmlformats.org/officeDocument/2006/relationships/tags" Target="../tags/tag266.xml"/><Relationship Id="rId15" Type="http://schemas.openxmlformats.org/officeDocument/2006/relationships/tags" Target="../tags/tag265.xml"/><Relationship Id="rId14" Type="http://schemas.openxmlformats.org/officeDocument/2006/relationships/tags" Target="../tags/tag264.xml"/><Relationship Id="rId13" Type="http://schemas.openxmlformats.org/officeDocument/2006/relationships/tags" Target="../tags/tag263.xml"/><Relationship Id="rId12" Type="http://schemas.openxmlformats.org/officeDocument/2006/relationships/tags" Target="../tags/tag262.xml"/><Relationship Id="rId11" Type="http://schemas.openxmlformats.org/officeDocument/2006/relationships/image" Target="../media/image37.svg"/><Relationship Id="rId10" Type="http://schemas.openxmlformats.org/officeDocument/2006/relationships/image" Target="../media/image36.png"/><Relationship Id="rId1" Type="http://schemas.openxmlformats.org/officeDocument/2006/relationships/tags" Target="../tags/tag25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96.xml"/><Relationship Id="rId8" Type="http://schemas.openxmlformats.org/officeDocument/2006/relationships/tags" Target="../tags/tag295.xml"/><Relationship Id="rId7" Type="http://schemas.openxmlformats.org/officeDocument/2006/relationships/tags" Target="../tags/tag294.xml"/><Relationship Id="rId6" Type="http://schemas.openxmlformats.org/officeDocument/2006/relationships/tags" Target="../tags/tag293.xml"/><Relationship Id="rId52" Type="http://schemas.openxmlformats.org/officeDocument/2006/relationships/slideLayout" Target="../slideLayouts/slideLayout7.xml"/><Relationship Id="rId51" Type="http://schemas.openxmlformats.org/officeDocument/2006/relationships/tags" Target="../tags/tag338.xml"/><Relationship Id="rId50" Type="http://schemas.openxmlformats.org/officeDocument/2006/relationships/tags" Target="../tags/tag337.xml"/><Relationship Id="rId5" Type="http://schemas.openxmlformats.org/officeDocument/2006/relationships/tags" Target="../tags/tag292.xml"/><Relationship Id="rId49" Type="http://schemas.openxmlformats.org/officeDocument/2006/relationships/tags" Target="../tags/tag336.xml"/><Relationship Id="rId48" Type="http://schemas.openxmlformats.org/officeDocument/2006/relationships/tags" Target="../tags/tag335.xml"/><Relationship Id="rId47" Type="http://schemas.openxmlformats.org/officeDocument/2006/relationships/tags" Target="../tags/tag334.xml"/><Relationship Id="rId46" Type="http://schemas.openxmlformats.org/officeDocument/2006/relationships/tags" Target="../tags/tag333.xml"/><Relationship Id="rId45" Type="http://schemas.openxmlformats.org/officeDocument/2006/relationships/tags" Target="../tags/tag332.xml"/><Relationship Id="rId44" Type="http://schemas.openxmlformats.org/officeDocument/2006/relationships/tags" Target="../tags/tag331.xml"/><Relationship Id="rId43" Type="http://schemas.openxmlformats.org/officeDocument/2006/relationships/tags" Target="../tags/tag330.xml"/><Relationship Id="rId42" Type="http://schemas.openxmlformats.org/officeDocument/2006/relationships/tags" Target="../tags/tag329.xml"/><Relationship Id="rId41" Type="http://schemas.openxmlformats.org/officeDocument/2006/relationships/tags" Target="../tags/tag328.xml"/><Relationship Id="rId40" Type="http://schemas.openxmlformats.org/officeDocument/2006/relationships/tags" Target="../tags/tag327.xml"/><Relationship Id="rId4" Type="http://schemas.openxmlformats.org/officeDocument/2006/relationships/tags" Target="../tags/tag291.xml"/><Relationship Id="rId39" Type="http://schemas.openxmlformats.org/officeDocument/2006/relationships/tags" Target="../tags/tag326.xml"/><Relationship Id="rId38" Type="http://schemas.openxmlformats.org/officeDocument/2006/relationships/tags" Target="../tags/tag325.xml"/><Relationship Id="rId37" Type="http://schemas.openxmlformats.org/officeDocument/2006/relationships/tags" Target="../tags/tag324.xml"/><Relationship Id="rId36" Type="http://schemas.openxmlformats.org/officeDocument/2006/relationships/tags" Target="../tags/tag323.xml"/><Relationship Id="rId35" Type="http://schemas.openxmlformats.org/officeDocument/2006/relationships/tags" Target="../tags/tag322.xml"/><Relationship Id="rId34" Type="http://schemas.openxmlformats.org/officeDocument/2006/relationships/tags" Target="../tags/tag321.xml"/><Relationship Id="rId33" Type="http://schemas.openxmlformats.org/officeDocument/2006/relationships/tags" Target="../tags/tag320.xml"/><Relationship Id="rId32" Type="http://schemas.openxmlformats.org/officeDocument/2006/relationships/tags" Target="../tags/tag319.xml"/><Relationship Id="rId31" Type="http://schemas.openxmlformats.org/officeDocument/2006/relationships/tags" Target="../tags/tag318.xml"/><Relationship Id="rId30" Type="http://schemas.openxmlformats.org/officeDocument/2006/relationships/tags" Target="../tags/tag317.xml"/><Relationship Id="rId3" Type="http://schemas.openxmlformats.org/officeDocument/2006/relationships/tags" Target="../tags/tag290.xml"/><Relationship Id="rId29" Type="http://schemas.openxmlformats.org/officeDocument/2006/relationships/tags" Target="../tags/tag316.xml"/><Relationship Id="rId28" Type="http://schemas.openxmlformats.org/officeDocument/2006/relationships/tags" Target="../tags/tag315.xml"/><Relationship Id="rId27" Type="http://schemas.openxmlformats.org/officeDocument/2006/relationships/tags" Target="../tags/tag314.xml"/><Relationship Id="rId26" Type="http://schemas.openxmlformats.org/officeDocument/2006/relationships/tags" Target="../tags/tag313.xml"/><Relationship Id="rId25" Type="http://schemas.openxmlformats.org/officeDocument/2006/relationships/tags" Target="../tags/tag312.xml"/><Relationship Id="rId24" Type="http://schemas.openxmlformats.org/officeDocument/2006/relationships/tags" Target="../tags/tag311.xml"/><Relationship Id="rId23" Type="http://schemas.openxmlformats.org/officeDocument/2006/relationships/tags" Target="../tags/tag310.xml"/><Relationship Id="rId22" Type="http://schemas.openxmlformats.org/officeDocument/2006/relationships/tags" Target="../tags/tag309.xml"/><Relationship Id="rId21" Type="http://schemas.openxmlformats.org/officeDocument/2006/relationships/tags" Target="../tags/tag308.xml"/><Relationship Id="rId20" Type="http://schemas.openxmlformats.org/officeDocument/2006/relationships/tags" Target="../tags/tag307.xml"/><Relationship Id="rId2" Type="http://schemas.openxmlformats.org/officeDocument/2006/relationships/tags" Target="../tags/tag289.xml"/><Relationship Id="rId19" Type="http://schemas.openxmlformats.org/officeDocument/2006/relationships/tags" Target="../tags/tag306.xml"/><Relationship Id="rId18" Type="http://schemas.openxmlformats.org/officeDocument/2006/relationships/tags" Target="../tags/tag305.xml"/><Relationship Id="rId17" Type="http://schemas.openxmlformats.org/officeDocument/2006/relationships/tags" Target="../tags/tag304.xml"/><Relationship Id="rId16" Type="http://schemas.openxmlformats.org/officeDocument/2006/relationships/tags" Target="../tags/tag303.xml"/><Relationship Id="rId15" Type="http://schemas.openxmlformats.org/officeDocument/2006/relationships/tags" Target="../tags/tag302.xml"/><Relationship Id="rId14" Type="http://schemas.openxmlformats.org/officeDocument/2006/relationships/tags" Target="../tags/tag301.xml"/><Relationship Id="rId13" Type="http://schemas.openxmlformats.org/officeDocument/2006/relationships/tags" Target="../tags/tag300.xml"/><Relationship Id="rId12" Type="http://schemas.openxmlformats.org/officeDocument/2006/relationships/tags" Target="../tags/tag299.xml"/><Relationship Id="rId11" Type="http://schemas.openxmlformats.org/officeDocument/2006/relationships/tags" Target="../tags/tag298.xml"/><Relationship Id="rId10" Type="http://schemas.openxmlformats.org/officeDocument/2006/relationships/tags" Target="../tags/tag297.xml"/><Relationship Id="rId1" Type="http://schemas.openxmlformats.org/officeDocument/2006/relationships/tags" Target="../tags/tag28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" Type="http://schemas.openxmlformats.org/officeDocument/2006/relationships/tags" Target="../tags/tag33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52.xml"/><Relationship Id="rId8" Type="http://schemas.openxmlformats.org/officeDocument/2006/relationships/image" Target="../media/image39.svg"/><Relationship Id="rId7" Type="http://schemas.openxmlformats.org/officeDocument/2006/relationships/image" Target="../media/image38.png"/><Relationship Id="rId6" Type="http://schemas.openxmlformats.org/officeDocument/2006/relationships/tags" Target="../tags/tag351.xml"/><Relationship Id="rId5" Type="http://schemas.openxmlformats.org/officeDocument/2006/relationships/tags" Target="../tags/tag350.xml"/><Relationship Id="rId44" Type="http://schemas.openxmlformats.org/officeDocument/2006/relationships/slideLayout" Target="../slideLayouts/slideLayout7.xml"/><Relationship Id="rId43" Type="http://schemas.openxmlformats.org/officeDocument/2006/relationships/tags" Target="../tags/tag384.xml"/><Relationship Id="rId42" Type="http://schemas.openxmlformats.org/officeDocument/2006/relationships/tags" Target="../tags/tag383.xml"/><Relationship Id="rId41" Type="http://schemas.openxmlformats.org/officeDocument/2006/relationships/tags" Target="../tags/tag382.xml"/><Relationship Id="rId40" Type="http://schemas.openxmlformats.org/officeDocument/2006/relationships/tags" Target="../tags/tag381.xml"/><Relationship Id="rId4" Type="http://schemas.openxmlformats.org/officeDocument/2006/relationships/tags" Target="../tags/tag349.xml"/><Relationship Id="rId39" Type="http://schemas.openxmlformats.org/officeDocument/2006/relationships/tags" Target="../tags/tag380.xml"/><Relationship Id="rId38" Type="http://schemas.openxmlformats.org/officeDocument/2006/relationships/tags" Target="../tags/tag379.xml"/><Relationship Id="rId37" Type="http://schemas.openxmlformats.org/officeDocument/2006/relationships/tags" Target="../tags/tag378.xml"/><Relationship Id="rId36" Type="http://schemas.openxmlformats.org/officeDocument/2006/relationships/tags" Target="../tags/tag377.xml"/><Relationship Id="rId35" Type="http://schemas.openxmlformats.org/officeDocument/2006/relationships/tags" Target="../tags/tag376.xml"/><Relationship Id="rId34" Type="http://schemas.openxmlformats.org/officeDocument/2006/relationships/tags" Target="../tags/tag375.xml"/><Relationship Id="rId33" Type="http://schemas.openxmlformats.org/officeDocument/2006/relationships/tags" Target="../tags/tag374.xml"/><Relationship Id="rId32" Type="http://schemas.openxmlformats.org/officeDocument/2006/relationships/tags" Target="../tags/tag373.xml"/><Relationship Id="rId31" Type="http://schemas.openxmlformats.org/officeDocument/2006/relationships/tags" Target="../tags/tag372.xml"/><Relationship Id="rId30" Type="http://schemas.openxmlformats.org/officeDocument/2006/relationships/tags" Target="../tags/tag371.xml"/><Relationship Id="rId3" Type="http://schemas.openxmlformats.org/officeDocument/2006/relationships/tags" Target="../tags/tag348.xml"/><Relationship Id="rId29" Type="http://schemas.openxmlformats.org/officeDocument/2006/relationships/tags" Target="../tags/tag370.xml"/><Relationship Id="rId28" Type="http://schemas.openxmlformats.org/officeDocument/2006/relationships/tags" Target="../tags/tag369.xml"/><Relationship Id="rId27" Type="http://schemas.openxmlformats.org/officeDocument/2006/relationships/tags" Target="../tags/tag368.xml"/><Relationship Id="rId26" Type="http://schemas.openxmlformats.org/officeDocument/2006/relationships/tags" Target="../tags/tag367.xml"/><Relationship Id="rId25" Type="http://schemas.openxmlformats.org/officeDocument/2006/relationships/tags" Target="../tags/tag366.xml"/><Relationship Id="rId24" Type="http://schemas.openxmlformats.org/officeDocument/2006/relationships/tags" Target="../tags/tag365.xml"/><Relationship Id="rId23" Type="http://schemas.openxmlformats.org/officeDocument/2006/relationships/tags" Target="../tags/tag364.xml"/><Relationship Id="rId22" Type="http://schemas.openxmlformats.org/officeDocument/2006/relationships/tags" Target="../tags/tag363.xml"/><Relationship Id="rId21" Type="http://schemas.openxmlformats.org/officeDocument/2006/relationships/tags" Target="../tags/tag362.xml"/><Relationship Id="rId20" Type="http://schemas.openxmlformats.org/officeDocument/2006/relationships/tags" Target="../tags/tag361.xml"/><Relationship Id="rId2" Type="http://schemas.openxmlformats.org/officeDocument/2006/relationships/tags" Target="../tags/tag347.xml"/><Relationship Id="rId19" Type="http://schemas.openxmlformats.org/officeDocument/2006/relationships/tags" Target="../tags/tag360.xml"/><Relationship Id="rId18" Type="http://schemas.openxmlformats.org/officeDocument/2006/relationships/tags" Target="../tags/tag359.xml"/><Relationship Id="rId17" Type="http://schemas.openxmlformats.org/officeDocument/2006/relationships/image" Target="../media/image41.svg"/><Relationship Id="rId16" Type="http://schemas.openxmlformats.org/officeDocument/2006/relationships/image" Target="../media/image40.png"/><Relationship Id="rId15" Type="http://schemas.openxmlformats.org/officeDocument/2006/relationships/tags" Target="../tags/tag358.xml"/><Relationship Id="rId14" Type="http://schemas.openxmlformats.org/officeDocument/2006/relationships/tags" Target="../tags/tag357.xml"/><Relationship Id="rId13" Type="http://schemas.openxmlformats.org/officeDocument/2006/relationships/tags" Target="../tags/tag356.xml"/><Relationship Id="rId12" Type="http://schemas.openxmlformats.org/officeDocument/2006/relationships/tags" Target="../tags/tag355.xml"/><Relationship Id="rId11" Type="http://schemas.openxmlformats.org/officeDocument/2006/relationships/tags" Target="../tags/tag354.xml"/><Relationship Id="rId10" Type="http://schemas.openxmlformats.org/officeDocument/2006/relationships/tags" Target="../tags/tag353.xml"/><Relationship Id="rId1" Type="http://schemas.openxmlformats.org/officeDocument/2006/relationships/tags" Target="../tags/tag34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93.xml"/><Relationship Id="rId8" Type="http://schemas.openxmlformats.org/officeDocument/2006/relationships/tags" Target="../tags/tag392.xml"/><Relationship Id="rId7" Type="http://schemas.openxmlformats.org/officeDocument/2006/relationships/tags" Target="../tags/tag391.xml"/><Relationship Id="rId68" Type="http://schemas.openxmlformats.org/officeDocument/2006/relationships/slideLayout" Target="../slideLayouts/slideLayout7.xml"/><Relationship Id="rId67" Type="http://schemas.openxmlformats.org/officeDocument/2006/relationships/tags" Target="../tags/tag443.xml"/><Relationship Id="rId66" Type="http://schemas.openxmlformats.org/officeDocument/2006/relationships/tags" Target="../tags/tag442.xml"/><Relationship Id="rId65" Type="http://schemas.openxmlformats.org/officeDocument/2006/relationships/tags" Target="../tags/tag441.xml"/><Relationship Id="rId64" Type="http://schemas.openxmlformats.org/officeDocument/2006/relationships/tags" Target="../tags/tag440.xml"/><Relationship Id="rId63" Type="http://schemas.openxmlformats.org/officeDocument/2006/relationships/tags" Target="../tags/tag439.xml"/><Relationship Id="rId62" Type="http://schemas.openxmlformats.org/officeDocument/2006/relationships/tags" Target="../tags/tag438.xml"/><Relationship Id="rId61" Type="http://schemas.openxmlformats.org/officeDocument/2006/relationships/tags" Target="../tags/tag437.xml"/><Relationship Id="rId60" Type="http://schemas.openxmlformats.org/officeDocument/2006/relationships/tags" Target="../tags/tag436.xml"/><Relationship Id="rId6" Type="http://schemas.openxmlformats.org/officeDocument/2006/relationships/tags" Target="../tags/tag390.xml"/><Relationship Id="rId59" Type="http://schemas.openxmlformats.org/officeDocument/2006/relationships/tags" Target="../tags/tag435.xml"/><Relationship Id="rId58" Type="http://schemas.openxmlformats.org/officeDocument/2006/relationships/tags" Target="../tags/tag434.xml"/><Relationship Id="rId57" Type="http://schemas.openxmlformats.org/officeDocument/2006/relationships/tags" Target="../tags/tag433.xml"/><Relationship Id="rId56" Type="http://schemas.openxmlformats.org/officeDocument/2006/relationships/tags" Target="../tags/tag432.xml"/><Relationship Id="rId55" Type="http://schemas.openxmlformats.org/officeDocument/2006/relationships/tags" Target="../tags/tag431.xml"/><Relationship Id="rId54" Type="http://schemas.openxmlformats.org/officeDocument/2006/relationships/tags" Target="../tags/tag430.xml"/><Relationship Id="rId53" Type="http://schemas.openxmlformats.org/officeDocument/2006/relationships/tags" Target="../tags/tag429.xml"/><Relationship Id="rId52" Type="http://schemas.openxmlformats.org/officeDocument/2006/relationships/tags" Target="../tags/tag428.xml"/><Relationship Id="rId51" Type="http://schemas.openxmlformats.org/officeDocument/2006/relationships/tags" Target="../tags/tag427.xml"/><Relationship Id="rId50" Type="http://schemas.openxmlformats.org/officeDocument/2006/relationships/tags" Target="../tags/tag426.xml"/><Relationship Id="rId5" Type="http://schemas.openxmlformats.org/officeDocument/2006/relationships/tags" Target="../tags/tag389.xml"/><Relationship Id="rId49" Type="http://schemas.openxmlformats.org/officeDocument/2006/relationships/tags" Target="../tags/tag425.xml"/><Relationship Id="rId48" Type="http://schemas.openxmlformats.org/officeDocument/2006/relationships/tags" Target="../tags/tag424.xml"/><Relationship Id="rId47" Type="http://schemas.openxmlformats.org/officeDocument/2006/relationships/tags" Target="../tags/tag423.xml"/><Relationship Id="rId46" Type="http://schemas.openxmlformats.org/officeDocument/2006/relationships/tags" Target="../tags/tag422.xml"/><Relationship Id="rId45" Type="http://schemas.openxmlformats.org/officeDocument/2006/relationships/image" Target="../media/image49.svg"/><Relationship Id="rId44" Type="http://schemas.openxmlformats.org/officeDocument/2006/relationships/image" Target="../media/image48.png"/><Relationship Id="rId43" Type="http://schemas.openxmlformats.org/officeDocument/2006/relationships/tags" Target="../tags/tag421.xml"/><Relationship Id="rId42" Type="http://schemas.openxmlformats.org/officeDocument/2006/relationships/tags" Target="../tags/tag420.xml"/><Relationship Id="rId41" Type="http://schemas.openxmlformats.org/officeDocument/2006/relationships/tags" Target="../tags/tag419.xml"/><Relationship Id="rId40" Type="http://schemas.openxmlformats.org/officeDocument/2006/relationships/image" Target="../media/image47.svg"/><Relationship Id="rId4" Type="http://schemas.openxmlformats.org/officeDocument/2006/relationships/tags" Target="../tags/tag388.xml"/><Relationship Id="rId39" Type="http://schemas.openxmlformats.org/officeDocument/2006/relationships/image" Target="../media/image46.png"/><Relationship Id="rId38" Type="http://schemas.openxmlformats.org/officeDocument/2006/relationships/tags" Target="../tags/tag418.xml"/><Relationship Id="rId37" Type="http://schemas.openxmlformats.org/officeDocument/2006/relationships/tags" Target="../tags/tag417.xml"/><Relationship Id="rId36" Type="http://schemas.openxmlformats.org/officeDocument/2006/relationships/tags" Target="../tags/tag416.xml"/><Relationship Id="rId35" Type="http://schemas.openxmlformats.org/officeDocument/2006/relationships/tags" Target="../tags/tag415.xml"/><Relationship Id="rId34" Type="http://schemas.openxmlformats.org/officeDocument/2006/relationships/tags" Target="../tags/tag414.xml"/><Relationship Id="rId33" Type="http://schemas.openxmlformats.org/officeDocument/2006/relationships/tags" Target="../tags/tag413.xml"/><Relationship Id="rId32" Type="http://schemas.openxmlformats.org/officeDocument/2006/relationships/tags" Target="../tags/tag412.xml"/><Relationship Id="rId31" Type="http://schemas.openxmlformats.org/officeDocument/2006/relationships/tags" Target="../tags/tag411.xml"/><Relationship Id="rId30" Type="http://schemas.openxmlformats.org/officeDocument/2006/relationships/tags" Target="../tags/tag410.xml"/><Relationship Id="rId3" Type="http://schemas.openxmlformats.org/officeDocument/2006/relationships/tags" Target="../tags/tag387.xml"/><Relationship Id="rId29" Type="http://schemas.openxmlformats.org/officeDocument/2006/relationships/tags" Target="../tags/tag409.xml"/><Relationship Id="rId28" Type="http://schemas.openxmlformats.org/officeDocument/2006/relationships/image" Target="../media/image45.svg"/><Relationship Id="rId27" Type="http://schemas.openxmlformats.org/officeDocument/2006/relationships/image" Target="../media/image44.png"/><Relationship Id="rId26" Type="http://schemas.openxmlformats.org/officeDocument/2006/relationships/tags" Target="../tags/tag408.xml"/><Relationship Id="rId25" Type="http://schemas.openxmlformats.org/officeDocument/2006/relationships/tags" Target="../tags/tag407.xml"/><Relationship Id="rId24" Type="http://schemas.openxmlformats.org/officeDocument/2006/relationships/tags" Target="../tags/tag406.xml"/><Relationship Id="rId23" Type="http://schemas.openxmlformats.org/officeDocument/2006/relationships/image" Target="../media/image43.svg"/><Relationship Id="rId22" Type="http://schemas.openxmlformats.org/officeDocument/2006/relationships/image" Target="../media/image42.png"/><Relationship Id="rId21" Type="http://schemas.openxmlformats.org/officeDocument/2006/relationships/tags" Target="../tags/tag405.xml"/><Relationship Id="rId20" Type="http://schemas.openxmlformats.org/officeDocument/2006/relationships/tags" Target="../tags/tag404.xml"/><Relationship Id="rId2" Type="http://schemas.openxmlformats.org/officeDocument/2006/relationships/tags" Target="../tags/tag386.xml"/><Relationship Id="rId19" Type="http://schemas.openxmlformats.org/officeDocument/2006/relationships/tags" Target="../tags/tag403.xml"/><Relationship Id="rId18" Type="http://schemas.openxmlformats.org/officeDocument/2006/relationships/tags" Target="../tags/tag402.xml"/><Relationship Id="rId17" Type="http://schemas.openxmlformats.org/officeDocument/2006/relationships/tags" Target="../tags/tag401.xml"/><Relationship Id="rId16" Type="http://schemas.openxmlformats.org/officeDocument/2006/relationships/tags" Target="../tags/tag400.xml"/><Relationship Id="rId15" Type="http://schemas.openxmlformats.org/officeDocument/2006/relationships/tags" Target="../tags/tag399.xml"/><Relationship Id="rId14" Type="http://schemas.openxmlformats.org/officeDocument/2006/relationships/tags" Target="../tags/tag398.xml"/><Relationship Id="rId13" Type="http://schemas.openxmlformats.org/officeDocument/2006/relationships/tags" Target="../tags/tag397.xml"/><Relationship Id="rId12" Type="http://schemas.openxmlformats.org/officeDocument/2006/relationships/tags" Target="../tags/tag396.xml"/><Relationship Id="rId11" Type="http://schemas.openxmlformats.org/officeDocument/2006/relationships/tags" Target="../tags/tag395.xml"/><Relationship Id="rId10" Type="http://schemas.openxmlformats.org/officeDocument/2006/relationships/tags" Target="../tags/tag394.xml"/><Relationship Id="rId1" Type="http://schemas.openxmlformats.org/officeDocument/2006/relationships/tags" Target="../tags/tag38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450.xml"/><Relationship Id="rId6" Type="http://schemas.openxmlformats.org/officeDocument/2006/relationships/tags" Target="../tags/tag449.xml"/><Relationship Id="rId5" Type="http://schemas.openxmlformats.org/officeDocument/2006/relationships/tags" Target="../tags/tag448.xml"/><Relationship Id="rId4" Type="http://schemas.openxmlformats.org/officeDocument/2006/relationships/tags" Target="../tags/tag447.xml"/><Relationship Id="rId3" Type="http://schemas.openxmlformats.org/officeDocument/2006/relationships/tags" Target="../tags/tag446.xml"/><Relationship Id="rId2" Type="http://schemas.openxmlformats.org/officeDocument/2006/relationships/tags" Target="../tags/tag445.xml"/><Relationship Id="rId1" Type="http://schemas.openxmlformats.org/officeDocument/2006/relationships/tags" Target="../tags/tag44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59.xml"/><Relationship Id="rId8" Type="http://schemas.openxmlformats.org/officeDocument/2006/relationships/tags" Target="../tags/tag458.xml"/><Relationship Id="rId7" Type="http://schemas.openxmlformats.org/officeDocument/2006/relationships/tags" Target="../tags/tag457.xml"/><Relationship Id="rId6" Type="http://schemas.openxmlformats.org/officeDocument/2006/relationships/tags" Target="../tags/tag456.xml"/><Relationship Id="rId5" Type="http://schemas.openxmlformats.org/officeDocument/2006/relationships/tags" Target="../tags/tag455.xml"/><Relationship Id="rId41" Type="http://schemas.openxmlformats.org/officeDocument/2006/relationships/slideLayout" Target="../slideLayouts/slideLayout7.xml"/><Relationship Id="rId40" Type="http://schemas.openxmlformats.org/officeDocument/2006/relationships/tags" Target="../tags/tag490.xml"/><Relationship Id="rId4" Type="http://schemas.openxmlformats.org/officeDocument/2006/relationships/tags" Target="../tags/tag454.xml"/><Relationship Id="rId39" Type="http://schemas.openxmlformats.org/officeDocument/2006/relationships/tags" Target="../tags/tag489.xml"/><Relationship Id="rId38" Type="http://schemas.openxmlformats.org/officeDocument/2006/relationships/tags" Target="../tags/tag488.xml"/><Relationship Id="rId37" Type="http://schemas.openxmlformats.org/officeDocument/2006/relationships/tags" Target="../tags/tag487.xml"/><Relationship Id="rId36" Type="http://schemas.openxmlformats.org/officeDocument/2006/relationships/tags" Target="../tags/tag486.xml"/><Relationship Id="rId35" Type="http://schemas.openxmlformats.org/officeDocument/2006/relationships/tags" Target="../tags/tag485.xml"/><Relationship Id="rId34" Type="http://schemas.openxmlformats.org/officeDocument/2006/relationships/tags" Target="../tags/tag484.xml"/><Relationship Id="rId33" Type="http://schemas.openxmlformats.org/officeDocument/2006/relationships/tags" Target="../tags/tag483.xml"/><Relationship Id="rId32" Type="http://schemas.openxmlformats.org/officeDocument/2006/relationships/tags" Target="../tags/tag482.xml"/><Relationship Id="rId31" Type="http://schemas.openxmlformats.org/officeDocument/2006/relationships/tags" Target="../tags/tag481.xml"/><Relationship Id="rId30" Type="http://schemas.openxmlformats.org/officeDocument/2006/relationships/tags" Target="../tags/tag480.xml"/><Relationship Id="rId3" Type="http://schemas.openxmlformats.org/officeDocument/2006/relationships/tags" Target="../tags/tag453.xml"/><Relationship Id="rId29" Type="http://schemas.openxmlformats.org/officeDocument/2006/relationships/tags" Target="../tags/tag479.xml"/><Relationship Id="rId28" Type="http://schemas.openxmlformats.org/officeDocument/2006/relationships/tags" Target="../tags/tag478.xml"/><Relationship Id="rId27" Type="http://schemas.openxmlformats.org/officeDocument/2006/relationships/tags" Target="../tags/tag477.xml"/><Relationship Id="rId26" Type="http://schemas.openxmlformats.org/officeDocument/2006/relationships/tags" Target="../tags/tag476.xml"/><Relationship Id="rId25" Type="http://schemas.openxmlformats.org/officeDocument/2006/relationships/tags" Target="../tags/tag475.xml"/><Relationship Id="rId24" Type="http://schemas.openxmlformats.org/officeDocument/2006/relationships/tags" Target="../tags/tag474.xml"/><Relationship Id="rId23" Type="http://schemas.openxmlformats.org/officeDocument/2006/relationships/tags" Target="../tags/tag473.xml"/><Relationship Id="rId22" Type="http://schemas.openxmlformats.org/officeDocument/2006/relationships/tags" Target="../tags/tag472.xml"/><Relationship Id="rId21" Type="http://schemas.openxmlformats.org/officeDocument/2006/relationships/tags" Target="../tags/tag471.xml"/><Relationship Id="rId20" Type="http://schemas.openxmlformats.org/officeDocument/2006/relationships/tags" Target="../tags/tag470.xml"/><Relationship Id="rId2" Type="http://schemas.openxmlformats.org/officeDocument/2006/relationships/tags" Target="../tags/tag452.xml"/><Relationship Id="rId19" Type="http://schemas.openxmlformats.org/officeDocument/2006/relationships/tags" Target="../tags/tag469.xml"/><Relationship Id="rId18" Type="http://schemas.openxmlformats.org/officeDocument/2006/relationships/tags" Target="../tags/tag468.xml"/><Relationship Id="rId17" Type="http://schemas.openxmlformats.org/officeDocument/2006/relationships/tags" Target="../tags/tag467.xml"/><Relationship Id="rId16" Type="http://schemas.openxmlformats.org/officeDocument/2006/relationships/tags" Target="../tags/tag466.xml"/><Relationship Id="rId15" Type="http://schemas.openxmlformats.org/officeDocument/2006/relationships/tags" Target="../tags/tag465.xml"/><Relationship Id="rId14" Type="http://schemas.openxmlformats.org/officeDocument/2006/relationships/tags" Target="../tags/tag464.xml"/><Relationship Id="rId13" Type="http://schemas.openxmlformats.org/officeDocument/2006/relationships/tags" Target="../tags/tag463.xml"/><Relationship Id="rId12" Type="http://schemas.openxmlformats.org/officeDocument/2006/relationships/tags" Target="../tags/tag462.xml"/><Relationship Id="rId11" Type="http://schemas.openxmlformats.org/officeDocument/2006/relationships/tags" Target="../tags/tag461.xml"/><Relationship Id="rId10" Type="http://schemas.openxmlformats.org/officeDocument/2006/relationships/tags" Target="../tags/tag460.xml"/><Relationship Id="rId1" Type="http://schemas.openxmlformats.org/officeDocument/2006/relationships/tags" Target="../tags/tag45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98.xml"/><Relationship Id="rId8" Type="http://schemas.openxmlformats.org/officeDocument/2006/relationships/image" Target="../media/image50.jpeg"/><Relationship Id="rId7" Type="http://schemas.openxmlformats.org/officeDocument/2006/relationships/tags" Target="../tags/tag497.xml"/><Relationship Id="rId6" Type="http://schemas.openxmlformats.org/officeDocument/2006/relationships/tags" Target="../tags/tag496.xml"/><Relationship Id="rId5" Type="http://schemas.openxmlformats.org/officeDocument/2006/relationships/tags" Target="../tags/tag495.xml"/><Relationship Id="rId46" Type="http://schemas.openxmlformats.org/officeDocument/2006/relationships/slideLayout" Target="../slideLayouts/slideLayout7.xml"/><Relationship Id="rId45" Type="http://schemas.openxmlformats.org/officeDocument/2006/relationships/tags" Target="../tags/tag534.xml"/><Relationship Id="rId44" Type="http://schemas.openxmlformats.org/officeDocument/2006/relationships/tags" Target="../tags/tag533.xml"/><Relationship Id="rId43" Type="http://schemas.openxmlformats.org/officeDocument/2006/relationships/tags" Target="../tags/tag532.xml"/><Relationship Id="rId42" Type="http://schemas.openxmlformats.org/officeDocument/2006/relationships/tags" Target="../tags/tag531.xml"/><Relationship Id="rId41" Type="http://schemas.openxmlformats.org/officeDocument/2006/relationships/tags" Target="../tags/tag530.xml"/><Relationship Id="rId40" Type="http://schemas.openxmlformats.org/officeDocument/2006/relationships/tags" Target="../tags/tag529.xml"/><Relationship Id="rId4" Type="http://schemas.openxmlformats.org/officeDocument/2006/relationships/tags" Target="../tags/tag494.xml"/><Relationship Id="rId39" Type="http://schemas.openxmlformats.org/officeDocument/2006/relationships/tags" Target="../tags/tag528.xml"/><Relationship Id="rId38" Type="http://schemas.openxmlformats.org/officeDocument/2006/relationships/tags" Target="../tags/tag527.xml"/><Relationship Id="rId37" Type="http://schemas.openxmlformats.org/officeDocument/2006/relationships/tags" Target="../tags/tag526.xml"/><Relationship Id="rId36" Type="http://schemas.openxmlformats.org/officeDocument/2006/relationships/tags" Target="../tags/tag525.xml"/><Relationship Id="rId35" Type="http://schemas.openxmlformats.org/officeDocument/2006/relationships/tags" Target="../tags/tag524.xml"/><Relationship Id="rId34" Type="http://schemas.openxmlformats.org/officeDocument/2006/relationships/tags" Target="../tags/tag523.xml"/><Relationship Id="rId33" Type="http://schemas.openxmlformats.org/officeDocument/2006/relationships/tags" Target="../tags/tag522.xml"/><Relationship Id="rId32" Type="http://schemas.openxmlformats.org/officeDocument/2006/relationships/tags" Target="../tags/tag521.xml"/><Relationship Id="rId31" Type="http://schemas.openxmlformats.org/officeDocument/2006/relationships/tags" Target="../tags/tag520.xml"/><Relationship Id="rId30" Type="http://schemas.openxmlformats.org/officeDocument/2006/relationships/tags" Target="../tags/tag519.xml"/><Relationship Id="rId3" Type="http://schemas.openxmlformats.org/officeDocument/2006/relationships/tags" Target="../tags/tag493.xml"/><Relationship Id="rId29" Type="http://schemas.openxmlformats.org/officeDocument/2006/relationships/tags" Target="../tags/tag518.xml"/><Relationship Id="rId28" Type="http://schemas.openxmlformats.org/officeDocument/2006/relationships/tags" Target="../tags/tag517.xml"/><Relationship Id="rId27" Type="http://schemas.openxmlformats.org/officeDocument/2006/relationships/tags" Target="../tags/tag516.xml"/><Relationship Id="rId26" Type="http://schemas.openxmlformats.org/officeDocument/2006/relationships/tags" Target="../tags/tag515.xml"/><Relationship Id="rId25" Type="http://schemas.openxmlformats.org/officeDocument/2006/relationships/tags" Target="../tags/tag514.xml"/><Relationship Id="rId24" Type="http://schemas.openxmlformats.org/officeDocument/2006/relationships/tags" Target="../tags/tag513.xml"/><Relationship Id="rId23" Type="http://schemas.openxmlformats.org/officeDocument/2006/relationships/tags" Target="../tags/tag512.xml"/><Relationship Id="rId22" Type="http://schemas.openxmlformats.org/officeDocument/2006/relationships/tags" Target="../tags/tag511.xml"/><Relationship Id="rId21" Type="http://schemas.openxmlformats.org/officeDocument/2006/relationships/tags" Target="../tags/tag510.xml"/><Relationship Id="rId20" Type="http://schemas.openxmlformats.org/officeDocument/2006/relationships/tags" Target="../tags/tag509.xml"/><Relationship Id="rId2" Type="http://schemas.openxmlformats.org/officeDocument/2006/relationships/tags" Target="../tags/tag492.xml"/><Relationship Id="rId19" Type="http://schemas.openxmlformats.org/officeDocument/2006/relationships/tags" Target="../tags/tag508.xml"/><Relationship Id="rId18" Type="http://schemas.openxmlformats.org/officeDocument/2006/relationships/tags" Target="../tags/tag507.xml"/><Relationship Id="rId17" Type="http://schemas.openxmlformats.org/officeDocument/2006/relationships/tags" Target="../tags/tag506.xml"/><Relationship Id="rId16" Type="http://schemas.openxmlformats.org/officeDocument/2006/relationships/tags" Target="../tags/tag505.xml"/><Relationship Id="rId15" Type="http://schemas.openxmlformats.org/officeDocument/2006/relationships/tags" Target="../tags/tag504.xml"/><Relationship Id="rId14" Type="http://schemas.openxmlformats.org/officeDocument/2006/relationships/tags" Target="../tags/tag503.xml"/><Relationship Id="rId13" Type="http://schemas.openxmlformats.org/officeDocument/2006/relationships/tags" Target="../tags/tag502.xml"/><Relationship Id="rId12" Type="http://schemas.openxmlformats.org/officeDocument/2006/relationships/tags" Target="../tags/tag501.xml"/><Relationship Id="rId11" Type="http://schemas.openxmlformats.org/officeDocument/2006/relationships/tags" Target="../tags/tag500.xml"/><Relationship Id="rId10" Type="http://schemas.openxmlformats.org/officeDocument/2006/relationships/tags" Target="../tags/tag499.xml"/><Relationship Id="rId1" Type="http://schemas.openxmlformats.org/officeDocument/2006/relationships/tags" Target="../tags/tag49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541.xml"/><Relationship Id="rId6" Type="http://schemas.openxmlformats.org/officeDocument/2006/relationships/tags" Target="../tags/tag540.xml"/><Relationship Id="rId5" Type="http://schemas.openxmlformats.org/officeDocument/2006/relationships/tags" Target="../tags/tag539.xml"/><Relationship Id="rId4" Type="http://schemas.openxmlformats.org/officeDocument/2006/relationships/tags" Target="../tags/tag538.xml"/><Relationship Id="rId3" Type="http://schemas.openxmlformats.org/officeDocument/2006/relationships/tags" Target="../tags/tag537.xml"/><Relationship Id="rId2" Type="http://schemas.openxmlformats.org/officeDocument/2006/relationships/tags" Target="../tags/tag536.xml"/><Relationship Id="rId1" Type="http://schemas.openxmlformats.org/officeDocument/2006/relationships/tags" Target="../tags/tag53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548.xml"/><Relationship Id="rId8" Type="http://schemas.openxmlformats.org/officeDocument/2006/relationships/image" Target="../media/image52.svg"/><Relationship Id="rId7" Type="http://schemas.openxmlformats.org/officeDocument/2006/relationships/image" Target="../media/image51.png"/><Relationship Id="rId6" Type="http://schemas.openxmlformats.org/officeDocument/2006/relationships/tags" Target="../tags/tag547.xml"/><Relationship Id="rId55" Type="http://schemas.openxmlformats.org/officeDocument/2006/relationships/slideLayout" Target="../slideLayouts/slideLayout7.xml"/><Relationship Id="rId54" Type="http://schemas.openxmlformats.org/officeDocument/2006/relationships/tags" Target="../tags/tag589.xml"/><Relationship Id="rId53" Type="http://schemas.openxmlformats.org/officeDocument/2006/relationships/tags" Target="../tags/tag588.xml"/><Relationship Id="rId52" Type="http://schemas.openxmlformats.org/officeDocument/2006/relationships/tags" Target="../tags/tag587.xml"/><Relationship Id="rId51" Type="http://schemas.openxmlformats.org/officeDocument/2006/relationships/tags" Target="../tags/tag586.xml"/><Relationship Id="rId50" Type="http://schemas.openxmlformats.org/officeDocument/2006/relationships/tags" Target="../tags/tag585.xml"/><Relationship Id="rId5" Type="http://schemas.openxmlformats.org/officeDocument/2006/relationships/tags" Target="../tags/tag546.xml"/><Relationship Id="rId49" Type="http://schemas.openxmlformats.org/officeDocument/2006/relationships/tags" Target="../tags/tag584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image" Target="../media/image56.svg"/><Relationship Id="rId41" Type="http://schemas.openxmlformats.org/officeDocument/2006/relationships/image" Target="../media/image55.png"/><Relationship Id="rId40" Type="http://schemas.openxmlformats.org/officeDocument/2006/relationships/tags" Target="../tags/tag577.xml"/><Relationship Id="rId4" Type="http://schemas.openxmlformats.org/officeDocument/2006/relationships/tags" Target="../tags/tag545.xml"/><Relationship Id="rId39" Type="http://schemas.openxmlformats.org/officeDocument/2006/relationships/tags" Target="../tags/tag576.xml"/><Relationship Id="rId38" Type="http://schemas.openxmlformats.org/officeDocument/2006/relationships/tags" Target="../tags/tag575.xml"/><Relationship Id="rId37" Type="http://schemas.openxmlformats.org/officeDocument/2006/relationships/tags" Target="../tags/tag574.xml"/><Relationship Id="rId36" Type="http://schemas.openxmlformats.org/officeDocument/2006/relationships/tags" Target="../tags/tag573.xml"/><Relationship Id="rId35" Type="http://schemas.openxmlformats.org/officeDocument/2006/relationships/tags" Target="../tags/tag572.xml"/><Relationship Id="rId34" Type="http://schemas.openxmlformats.org/officeDocument/2006/relationships/tags" Target="../tags/tag571.xml"/><Relationship Id="rId33" Type="http://schemas.openxmlformats.org/officeDocument/2006/relationships/tags" Target="../tags/tag570.xml"/><Relationship Id="rId32" Type="http://schemas.openxmlformats.org/officeDocument/2006/relationships/tags" Target="../tags/tag569.xml"/><Relationship Id="rId31" Type="http://schemas.openxmlformats.org/officeDocument/2006/relationships/tags" Target="../tags/tag568.xml"/><Relationship Id="rId30" Type="http://schemas.openxmlformats.org/officeDocument/2006/relationships/tags" Target="../tags/tag567.xml"/><Relationship Id="rId3" Type="http://schemas.openxmlformats.org/officeDocument/2006/relationships/tags" Target="../tags/tag544.xml"/><Relationship Id="rId29" Type="http://schemas.openxmlformats.org/officeDocument/2006/relationships/tags" Target="../tags/tag566.xml"/><Relationship Id="rId28" Type="http://schemas.openxmlformats.org/officeDocument/2006/relationships/tags" Target="../tags/tag565.xml"/><Relationship Id="rId27" Type="http://schemas.openxmlformats.org/officeDocument/2006/relationships/tags" Target="../tags/tag564.xml"/><Relationship Id="rId26" Type="http://schemas.openxmlformats.org/officeDocument/2006/relationships/tags" Target="../tags/tag563.xml"/><Relationship Id="rId25" Type="http://schemas.openxmlformats.org/officeDocument/2006/relationships/image" Target="../media/image54.svg"/><Relationship Id="rId24" Type="http://schemas.openxmlformats.org/officeDocument/2006/relationships/image" Target="../media/image53.png"/><Relationship Id="rId23" Type="http://schemas.openxmlformats.org/officeDocument/2006/relationships/tags" Target="../tags/tag562.xml"/><Relationship Id="rId22" Type="http://schemas.openxmlformats.org/officeDocument/2006/relationships/tags" Target="../tags/tag561.xml"/><Relationship Id="rId21" Type="http://schemas.openxmlformats.org/officeDocument/2006/relationships/tags" Target="../tags/tag560.xml"/><Relationship Id="rId20" Type="http://schemas.openxmlformats.org/officeDocument/2006/relationships/tags" Target="../tags/tag559.xml"/><Relationship Id="rId2" Type="http://schemas.openxmlformats.org/officeDocument/2006/relationships/tags" Target="../tags/tag543.xml"/><Relationship Id="rId19" Type="http://schemas.openxmlformats.org/officeDocument/2006/relationships/tags" Target="../tags/tag558.xml"/><Relationship Id="rId18" Type="http://schemas.openxmlformats.org/officeDocument/2006/relationships/tags" Target="../tags/tag557.xml"/><Relationship Id="rId17" Type="http://schemas.openxmlformats.org/officeDocument/2006/relationships/tags" Target="../tags/tag556.xml"/><Relationship Id="rId16" Type="http://schemas.openxmlformats.org/officeDocument/2006/relationships/tags" Target="../tags/tag555.xml"/><Relationship Id="rId15" Type="http://schemas.openxmlformats.org/officeDocument/2006/relationships/tags" Target="../tags/tag554.xml"/><Relationship Id="rId14" Type="http://schemas.openxmlformats.org/officeDocument/2006/relationships/tags" Target="../tags/tag553.xml"/><Relationship Id="rId13" Type="http://schemas.openxmlformats.org/officeDocument/2006/relationships/tags" Target="../tags/tag552.xml"/><Relationship Id="rId12" Type="http://schemas.openxmlformats.org/officeDocument/2006/relationships/tags" Target="../tags/tag551.xml"/><Relationship Id="rId11" Type="http://schemas.openxmlformats.org/officeDocument/2006/relationships/tags" Target="../tags/tag550.xml"/><Relationship Id="rId10" Type="http://schemas.openxmlformats.org/officeDocument/2006/relationships/tags" Target="../tags/tag549.xml"/><Relationship Id="rId1" Type="http://schemas.openxmlformats.org/officeDocument/2006/relationships/tags" Target="../tags/tag54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tags" Target="../tags/tag597.xml"/><Relationship Id="rId7" Type="http://schemas.openxmlformats.org/officeDocument/2006/relationships/tags" Target="../tags/tag596.xml"/><Relationship Id="rId6" Type="http://schemas.openxmlformats.org/officeDocument/2006/relationships/tags" Target="../tags/tag595.xml"/><Relationship Id="rId58" Type="http://schemas.openxmlformats.org/officeDocument/2006/relationships/slideLayout" Target="../slideLayouts/slideLayout7.xml"/><Relationship Id="rId57" Type="http://schemas.openxmlformats.org/officeDocument/2006/relationships/tags" Target="../tags/tag638.xml"/><Relationship Id="rId56" Type="http://schemas.openxmlformats.org/officeDocument/2006/relationships/tags" Target="../tags/tag637.xml"/><Relationship Id="rId55" Type="http://schemas.openxmlformats.org/officeDocument/2006/relationships/tags" Target="../tags/tag636.xml"/><Relationship Id="rId54" Type="http://schemas.openxmlformats.org/officeDocument/2006/relationships/tags" Target="../tags/tag635.xml"/><Relationship Id="rId53" Type="http://schemas.openxmlformats.org/officeDocument/2006/relationships/tags" Target="../tags/tag634.xml"/><Relationship Id="rId52" Type="http://schemas.openxmlformats.org/officeDocument/2006/relationships/tags" Target="../tags/tag633.xml"/><Relationship Id="rId51" Type="http://schemas.openxmlformats.org/officeDocument/2006/relationships/tags" Target="../tags/tag632.xml"/><Relationship Id="rId50" Type="http://schemas.openxmlformats.org/officeDocument/2006/relationships/tags" Target="../tags/tag631.xml"/><Relationship Id="rId5" Type="http://schemas.openxmlformats.org/officeDocument/2006/relationships/tags" Target="../tags/tag594.xml"/><Relationship Id="rId49" Type="http://schemas.openxmlformats.org/officeDocument/2006/relationships/image" Target="../media/image64.svg"/><Relationship Id="rId48" Type="http://schemas.openxmlformats.org/officeDocument/2006/relationships/image" Target="../media/image63.png"/><Relationship Id="rId47" Type="http://schemas.openxmlformats.org/officeDocument/2006/relationships/tags" Target="../tags/tag630.xml"/><Relationship Id="rId46" Type="http://schemas.openxmlformats.org/officeDocument/2006/relationships/tags" Target="../tags/tag629.xml"/><Relationship Id="rId45" Type="http://schemas.openxmlformats.org/officeDocument/2006/relationships/tags" Target="../tags/tag628.xml"/><Relationship Id="rId44" Type="http://schemas.openxmlformats.org/officeDocument/2006/relationships/tags" Target="../tags/tag627.xml"/><Relationship Id="rId43" Type="http://schemas.openxmlformats.org/officeDocument/2006/relationships/tags" Target="../tags/tag626.xml"/><Relationship Id="rId42" Type="http://schemas.openxmlformats.org/officeDocument/2006/relationships/tags" Target="../tags/tag625.xml"/><Relationship Id="rId41" Type="http://schemas.openxmlformats.org/officeDocument/2006/relationships/tags" Target="../tags/tag624.xml"/><Relationship Id="rId40" Type="http://schemas.openxmlformats.org/officeDocument/2006/relationships/tags" Target="../tags/tag623.xml"/><Relationship Id="rId4" Type="http://schemas.openxmlformats.org/officeDocument/2006/relationships/tags" Target="../tags/tag593.xml"/><Relationship Id="rId39" Type="http://schemas.openxmlformats.org/officeDocument/2006/relationships/tags" Target="../tags/tag622.xml"/><Relationship Id="rId38" Type="http://schemas.openxmlformats.org/officeDocument/2006/relationships/tags" Target="../tags/tag621.xml"/><Relationship Id="rId37" Type="http://schemas.openxmlformats.org/officeDocument/2006/relationships/tags" Target="../tags/tag620.xml"/><Relationship Id="rId36" Type="http://schemas.openxmlformats.org/officeDocument/2006/relationships/image" Target="../media/image62.svg"/><Relationship Id="rId35" Type="http://schemas.openxmlformats.org/officeDocument/2006/relationships/image" Target="../media/image61.png"/><Relationship Id="rId34" Type="http://schemas.openxmlformats.org/officeDocument/2006/relationships/tags" Target="../tags/tag619.xml"/><Relationship Id="rId33" Type="http://schemas.openxmlformats.org/officeDocument/2006/relationships/tags" Target="../tags/tag618.xml"/><Relationship Id="rId32" Type="http://schemas.openxmlformats.org/officeDocument/2006/relationships/tags" Target="../tags/tag617.xml"/><Relationship Id="rId31" Type="http://schemas.openxmlformats.org/officeDocument/2006/relationships/tags" Target="../tags/tag616.xml"/><Relationship Id="rId30" Type="http://schemas.openxmlformats.org/officeDocument/2006/relationships/tags" Target="../tags/tag615.xml"/><Relationship Id="rId3" Type="http://schemas.openxmlformats.org/officeDocument/2006/relationships/tags" Target="../tags/tag592.xml"/><Relationship Id="rId29" Type="http://schemas.openxmlformats.org/officeDocument/2006/relationships/tags" Target="../tags/tag614.xml"/><Relationship Id="rId28" Type="http://schemas.openxmlformats.org/officeDocument/2006/relationships/tags" Target="../tags/tag613.xml"/><Relationship Id="rId27" Type="http://schemas.openxmlformats.org/officeDocument/2006/relationships/tags" Target="../tags/tag612.xml"/><Relationship Id="rId26" Type="http://schemas.openxmlformats.org/officeDocument/2006/relationships/tags" Target="../tags/tag611.xml"/><Relationship Id="rId25" Type="http://schemas.openxmlformats.org/officeDocument/2006/relationships/tags" Target="../tags/tag610.xml"/><Relationship Id="rId24" Type="http://schemas.openxmlformats.org/officeDocument/2006/relationships/tags" Target="../tags/tag609.xml"/><Relationship Id="rId23" Type="http://schemas.openxmlformats.org/officeDocument/2006/relationships/image" Target="../media/image60.svg"/><Relationship Id="rId22" Type="http://schemas.openxmlformats.org/officeDocument/2006/relationships/image" Target="../media/image59.png"/><Relationship Id="rId21" Type="http://schemas.openxmlformats.org/officeDocument/2006/relationships/tags" Target="../tags/tag608.xml"/><Relationship Id="rId20" Type="http://schemas.openxmlformats.org/officeDocument/2006/relationships/tags" Target="../tags/tag607.xml"/><Relationship Id="rId2" Type="http://schemas.openxmlformats.org/officeDocument/2006/relationships/tags" Target="../tags/tag591.xml"/><Relationship Id="rId19" Type="http://schemas.openxmlformats.org/officeDocument/2006/relationships/tags" Target="../tags/tag606.xml"/><Relationship Id="rId18" Type="http://schemas.openxmlformats.org/officeDocument/2006/relationships/tags" Target="../tags/tag605.xml"/><Relationship Id="rId17" Type="http://schemas.openxmlformats.org/officeDocument/2006/relationships/tags" Target="../tags/tag604.xml"/><Relationship Id="rId16" Type="http://schemas.openxmlformats.org/officeDocument/2006/relationships/tags" Target="../tags/tag603.xml"/><Relationship Id="rId15" Type="http://schemas.openxmlformats.org/officeDocument/2006/relationships/tags" Target="../tags/tag602.xml"/><Relationship Id="rId14" Type="http://schemas.openxmlformats.org/officeDocument/2006/relationships/tags" Target="../tags/tag601.xml"/><Relationship Id="rId13" Type="http://schemas.openxmlformats.org/officeDocument/2006/relationships/tags" Target="../tags/tag600.xml"/><Relationship Id="rId12" Type="http://schemas.openxmlformats.org/officeDocument/2006/relationships/tags" Target="../tags/tag599.xml"/><Relationship Id="rId11" Type="http://schemas.openxmlformats.org/officeDocument/2006/relationships/tags" Target="../tags/tag598.xml"/><Relationship Id="rId10" Type="http://schemas.openxmlformats.org/officeDocument/2006/relationships/image" Target="../media/image58.svg"/><Relationship Id="rId1" Type="http://schemas.openxmlformats.org/officeDocument/2006/relationships/tags" Target="../tags/tag590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644.xml"/><Relationship Id="rId5" Type="http://schemas.openxmlformats.org/officeDocument/2006/relationships/tags" Target="../tags/tag643.xml"/><Relationship Id="rId4" Type="http://schemas.openxmlformats.org/officeDocument/2006/relationships/tags" Target="../tags/tag642.xml"/><Relationship Id="rId3" Type="http://schemas.openxmlformats.org/officeDocument/2006/relationships/tags" Target="../tags/tag641.xml"/><Relationship Id="rId2" Type="http://schemas.openxmlformats.org/officeDocument/2006/relationships/tags" Target="../tags/tag640.xml"/><Relationship Id="rId1" Type="http://schemas.openxmlformats.org/officeDocument/2006/relationships/tags" Target="../tags/tag6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926431"/>
            <a:ext cx="103092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PROJECT</a:t>
            </a:r>
            <a:endParaRPr sz="1050" b="1" spc="315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2300764"/>
            <a:ext cx="6038850" cy="11991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600" b="1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开源智能温湿度传感器</a:t>
            </a:r>
            <a:r>
              <a:rPr lang="en-US" altLang="zh-CN" sz="3600" b="1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Pro</a:t>
            </a:r>
            <a:endParaRPr lang="en-US" altLang="zh-CN" sz="3600" b="1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  <a:p>
            <a:pPr algn="l">
              <a:lnSpc>
                <a:spcPct val="104000"/>
              </a:lnSpc>
            </a:pPr>
            <a:r>
              <a:rPr lang="en-US" altLang="zh-CN" sz="36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PCB</a:t>
            </a:r>
            <a:r>
              <a:rPr lang="zh-CN" altLang="en-US" sz="36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设计与性能优化</a:t>
            </a:r>
            <a:endParaRPr lang="zh-CN" altLang="en-US" sz="3600" b="1">
              <a:solidFill>
                <a:srgbClr val="1A5E7A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666750" y="3778885"/>
            <a:ext cx="6038850" cy="9525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66750" y="4079081"/>
            <a:ext cx="607999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 spc="30">
                <a:solidFill>
                  <a:srgbClr val="4A7A8F"/>
                </a:solidFill>
                <a:cs typeface="+mn-lt"/>
              </a:rPr>
              <a:t>4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层板设计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 · 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射频阻抗匹配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 · 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低功耗优化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 · 15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元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BOM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成本控制</a:t>
            </a:r>
            <a:endParaRPr lang="zh-CN" altLang="en-US"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66750" y="4729163"/>
            <a:ext cx="57001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157">
                <a:solidFill>
                  <a:srgbClr val="7A9CAB"/>
                </a:solidFill>
                <a:cs typeface="+mn-lt"/>
              </a:rPr>
              <a:t>DATE</a:t>
            </a:r>
            <a:endParaRPr sz="1050" spc="157">
              <a:solidFill>
                <a:srgbClr val="7A9CAB"/>
              </a:solidFill>
              <a:cs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217714" y="4702969"/>
            <a:ext cx="115631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>
                <a:solidFill>
                  <a:srgbClr val="4A7A8F"/>
                </a:solidFill>
                <a:cs typeface="+mn-lt"/>
              </a:rPr>
              <a:t>2026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年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08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月</a:t>
            </a:r>
            <a:endParaRPr lang="zh-CN" altLang="en-US"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7"/>
            </p:custDataLst>
          </p:nvPr>
        </p:nvSpPr>
        <p:spPr>
          <a:xfrm rot="2700000">
            <a:off x="666115" y="1990725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1802130" y="200977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501015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</a:rPr>
              <a:t>汇报导览</a:t>
            </a:r>
            <a:endParaRPr sz="4200" b="1">
              <a:solidFill>
                <a:srgbClr val="1A5E7A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895600" y="85725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3784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120 w 8595"/>
              <a:gd name="p0y0" fmla="*/ 0 h 2355"/>
              <a:gd name="p0x1" fmla="*/ 8475 w 8595"/>
              <a:gd name="p0y1" fmla="*/ 0 h 2355"/>
              <a:gd name="p0x2" fmla="*/ 8541 w 8595"/>
              <a:gd name="p0y2" fmla="*/ 0 h 2355"/>
              <a:gd name="p0x3" fmla="*/ 8595 w 8595"/>
              <a:gd name="p0y3" fmla="*/ 53 h 2355"/>
              <a:gd name="p0x4" fmla="*/ 8595 w 8595"/>
              <a:gd name="p0y4" fmla="*/ 120 h 2355"/>
              <a:gd name="p0x5" fmla="*/ 8595 w 8595"/>
              <a:gd name="p0y5" fmla="*/ 2235 h 2355"/>
              <a:gd name="p0x6" fmla="*/ 8595 w 8595"/>
              <a:gd name="p0y6" fmla="*/ 2301 h 2355"/>
              <a:gd name="p0x7" fmla="*/ 8541 w 8595"/>
              <a:gd name="p0y7" fmla="*/ 2355 h 2355"/>
              <a:gd name="p0x8" fmla="*/ 8475 w 8595"/>
              <a:gd name="p0y8" fmla="*/ 2355 h 2355"/>
              <a:gd name="p0x9" fmla="*/ 120 w 8595"/>
              <a:gd name="p0y9" fmla="*/ 2355 h 2355"/>
              <a:gd name="p0x10" fmla="*/ 53 w 8595"/>
              <a:gd name="p0y10" fmla="*/ 2355 h 2355"/>
              <a:gd name="p0x11" fmla="*/ 0 w 8595"/>
              <a:gd name="p0y11" fmla="*/ 2301 h 2355"/>
              <a:gd name="p0x12" fmla="*/ 0 w 8595"/>
              <a:gd name="p0y12" fmla="*/ 2235 h 2355"/>
              <a:gd name="p0x13" fmla="*/ 0 w 8595"/>
              <a:gd name="p0y13" fmla="*/ 120 h 2355"/>
              <a:gd name="p0x14" fmla="*/ 0 w 8595"/>
              <a:gd name="p0y14" fmla="*/ 53 h 2355"/>
              <a:gd name="p0x15" fmla="*/ 53 w 8595"/>
              <a:gd name="p0y15" fmla="*/ 0 h 2355"/>
              <a:gd name="p0x16" fmla="*/ 12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6714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01</a:t>
            </a:r>
            <a:endParaRPr sz="3300" b="1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542415" y="1918970"/>
            <a:ext cx="9525" cy="523875"/>
          </a:xfrm>
          <a:prstGeom prst="rect">
            <a:avLst/>
          </a:prstGeom>
          <a:solidFill>
            <a:schemeClr val="accent1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876425" y="18721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</a:rPr>
              <a:t>项目</a:t>
            </a: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总览</a:t>
            </a:r>
            <a:r>
              <a:rPr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</a:rPr>
              <a:t>与需求分析</a:t>
            </a:r>
            <a:endParaRPr sz="2100" b="1">
              <a:solidFill>
                <a:srgbClr val="1A5E7A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876425" y="22459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8</a:t>
            </a:r>
            <a:r>
              <a:rPr lang="zh-CN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周项目全景回顾，从需求到选型的决策逻辑</a:t>
            </a:r>
            <a:endParaRPr lang="zh-CN" sz="1350">
              <a:solidFill>
                <a:srgbClr val="4A7A8F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8"/>
            </p:custDataLst>
          </p:nvPr>
        </p:nvSpPr>
        <p:spPr>
          <a:xfrm>
            <a:off x="559639" y="1438275"/>
            <a:ext cx="5414873" cy="28575"/>
          </a:xfrm>
          <a:custGeom>
            <a:avLst/>
            <a:gdLst>
              <a:gd name="sw" fmla="*/ 1 w 8580"/>
              <a:gd name="sh" fmla="*/ 1 h 45"/>
              <a:gd name="mins" fmla="min sw sh"/>
              <a:gd name="dsw" fmla="+- 0 sw mins"/>
              <a:gd name="dsh" fmla="+- 0 sh mins"/>
              <a:gd name="p0x0" fmla="*/ 45 w 8580"/>
              <a:gd name="p0y0" fmla="*/ 0 h 45"/>
              <a:gd name="p0x1" fmla="*/ 8535 w 8580"/>
              <a:gd name="p0y1" fmla="*/ 0 h 45"/>
              <a:gd name="p0x2" fmla="*/ 8559 w 8580"/>
              <a:gd name="p0y2" fmla="*/ 0 h 45"/>
              <a:gd name="p0x3" fmla="*/ 8580 w 8580"/>
              <a:gd name="p0y3" fmla="*/ 20 h 45"/>
              <a:gd name="p0x4" fmla="*/ 8580 w 8580"/>
              <a:gd name="p0y4" fmla="*/ 45 h 45"/>
              <a:gd name="p0x5" fmla="*/ 0 w 8580"/>
              <a:gd name="p0y5" fmla="*/ 45 h 45"/>
              <a:gd name="p0x6" fmla="*/ 0 w 8580"/>
              <a:gd name="p0y6" fmla="*/ 20 h 45"/>
              <a:gd name="p0x7" fmla="*/ 20 w 8580"/>
              <a:gd name="p0y7" fmla="*/ 0 h 45"/>
              <a:gd name="p0x8" fmla="*/ 45 w 8580"/>
              <a:gd name="p0y8" fmla="*/ 0 h 45"/>
            </a:gdLst>
            <a:ahLst/>
            <a:cxnLst/>
            <a:pathLst>
              <a:path w="8527" h="45">
                <a:moveTo>
                  <a:pt x="94" y="0"/>
                </a:moveTo>
                <a:lnTo>
                  <a:pt x="8434" y="0"/>
                </a:lnTo>
                <a:cubicBezTo>
                  <a:pt x="8471" y="-3"/>
                  <a:pt x="8514" y="25"/>
                  <a:pt x="852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619569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120 w 8595"/>
              <a:gd name="p0y0" fmla="*/ 0 h 2355"/>
              <a:gd name="p0x1" fmla="*/ 8475 w 8595"/>
              <a:gd name="p0y1" fmla="*/ 0 h 2355"/>
              <a:gd name="p0x2" fmla="*/ 8541 w 8595"/>
              <a:gd name="p0y2" fmla="*/ 0 h 2355"/>
              <a:gd name="p0x3" fmla="*/ 8595 w 8595"/>
              <a:gd name="p0y3" fmla="*/ 53 h 2355"/>
              <a:gd name="p0x4" fmla="*/ 8595 w 8595"/>
              <a:gd name="p0y4" fmla="*/ 120 h 2355"/>
              <a:gd name="p0x5" fmla="*/ 8595 w 8595"/>
              <a:gd name="p0y5" fmla="*/ 2235 h 2355"/>
              <a:gd name="p0x6" fmla="*/ 8595 w 8595"/>
              <a:gd name="p0y6" fmla="*/ 2301 h 2355"/>
              <a:gd name="p0x7" fmla="*/ 8541 w 8595"/>
              <a:gd name="p0y7" fmla="*/ 2355 h 2355"/>
              <a:gd name="p0x8" fmla="*/ 8475 w 8595"/>
              <a:gd name="p0y8" fmla="*/ 2355 h 2355"/>
              <a:gd name="p0x9" fmla="*/ 120 w 8595"/>
              <a:gd name="p0y9" fmla="*/ 2355 h 2355"/>
              <a:gd name="p0x10" fmla="*/ 53 w 8595"/>
              <a:gd name="p0y10" fmla="*/ 2355 h 2355"/>
              <a:gd name="p0x11" fmla="*/ 0 w 8595"/>
              <a:gd name="p0y11" fmla="*/ 2301 h 2355"/>
              <a:gd name="p0x12" fmla="*/ 0 w 8595"/>
              <a:gd name="p0y12" fmla="*/ 2235 h 2355"/>
              <a:gd name="p0x13" fmla="*/ 0 w 8595"/>
              <a:gd name="p0y13" fmla="*/ 120 h 2355"/>
              <a:gd name="p0x14" fmla="*/ 0 w 8595"/>
              <a:gd name="p0y14" fmla="*/ 53 h 2355"/>
              <a:gd name="p0x15" fmla="*/ 53 w 8595"/>
              <a:gd name="p0y15" fmla="*/ 0 h 2355"/>
              <a:gd name="p0x16" fmla="*/ 12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652499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02</a:t>
            </a:r>
            <a:endParaRPr sz="3300" b="1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7200265" y="1918970"/>
            <a:ext cx="9525" cy="523875"/>
          </a:xfrm>
          <a:prstGeom prst="rect">
            <a:avLst/>
          </a:prstGeom>
          <a:solidFill>
            <a:schemeClr val="accent1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7534275" y="18721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</a:rPr>
              <a:t>原理图</a:t>
            </a: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设计</a:t>
            </a:r>
            <a:r>
              <a:rPr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</a:rPr>
              <a:t>与仿真验证</a:t>
            </a:r>
            <a:endParaRPr sz="2100" b="1">
              <a:solidFill>
                <a:srgbClr val="1A5E7A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7534275" y="22459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系统架构搭建，</a:t>
            </a:r>
            <a:r>
              <a:rPr lang="en-US" altLang="zh-CN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LTspice</a:t>
            </a:r>
            <a:r>
              <a:rPr lang="zh-CN" altLang="en-US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仿真确保电气可靠性</a:t>
            </a:r>
            <a:endParaRPr lang="zh-CN" altLang="en-US" sz="1350">
              <a:solidFill>
                <a:srgbClr val="4A7A8F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6217489" y="1438275"/>
            <a:ext cx="5414873" cy="28575"/>
          </a:xfrm>
          <a:custGeom>
            <a:avLst/>
            <a:gdLst>
              <a:gd name="sw" fmla="*/ 1 w 8580"/>
              <a:gd name="sh" fmla="*/ 1 h 45"/>
              <a:gd name="mins" fmla="min sw sh"/>
              <a:gd name="dsw" fmla="+- 0 sw mins"/>
              <a:gd name="dsh" fmla="+- 0 sh mins"/>
              <a:gd name="p0x0" fmla="*/ 45 w 8580"/>
              <a:gd name="p0y0" fmla="*/ 0 h 45"/>
              <a:gd name="p0x1" fmla="*/ 8535 w 8580"/>
              <a:gd name="p0y1" fmla="*/ 0 h 45"/>
              <a:gd name="p0x2" fmla="*/ 8559 w 8580"/>
              <a:gd name="p0y2" fmla="*/ 0 h 45"/>
              <a:gd name="p0x3" fmla="*/ 8580 w 8580"/>
              <a:gd name="p0y3" fmla="*/ 20 h 45"/>
              <a:gd name="p0x4" fmla="*/ 8580 w 8580"/>
              <a:gd name="p0y4" fmla="*/ 45 h 45"/>
              <a:gd name="p0x5" fmla="*/ 0 w 8580"/>
              <a:gd name="p0y5" fmla="*/ 45 h 45"/>
              <a:gd name="p0x6" fmla="*/ 0 w 8580"/>
              <a:gd name="p0y6" fmla="*/ 20 h 45"/>
              <a:gd name="p0x7" fmla="*/ 20 w 8580"/>
              <a:gd name="p0y7" fmla="*/ 0 h 45"/>
              <a:gd name="p0x8" fmla="*/ 45 w 8580"/>
              <a:gd name="p0y8" fmla="*/ 0 h 45"/>
            </a:gdLst>
            <a:ahLst/>
            <a:cxnLst/>
            <a:pathLst>
              <a:path w="8527" h="45">
                <a:moveTo>
                  <a:pt x="94" y="0"/>
                </a:moveTo>
                <a:lnTo>
                  <a:pt x="8434" y="0"/>
                </a:lnTo>
                <a:cubicBezTo>
                  <a:pt x="8471" y="-3"/>
                  <a:pt x="8514" y="25"/>
                  <a:pt x="852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15"/>
            </p:custDataLst>
          </p:nvPr>
        </p:nvSpPr>
        <p:spPr>
          <a:xfrm>
            <a:off x="53784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120 w 8595"/>
              <a:gd name="p0y0" fmla="*/ 0 h 2355"/>
              <a:gd name="p0x1" fmla="*/ 8475 w 8595"/>
              <a:gd name="p0y1" fmla="*/ 0 h 2355"/>
              <a:gd name="p0x2" fmla="*/ 8541 w 8595"/>
              <a:gd name="p0y2" fmla="*/ 0 h 2355"/>
              <a:gd name="p0x3" fmla="*/ 8595 w 8595"/>
              <a:gd name="p0y3" fmla="*/ 53 h 2355"/>
              <a:gd name="p0x4" fmla="*/ 8595 w 8595"/>
              <a:gd name="p0y4" fmla="*/ 120 h 2355"/>
              <a:gd name="p0x5" fmla="*/ 8595 w 8595"/>
              <a:gd name="p0y5" fmla="*/ 2235 h 2355"/>
              <a:gd name="p0x6" fmla="*/ 8595 w 8595"/>
              <a:gd name="p0y6" fmla="*/ 2301 h 2355"/>
              <a:gd name="p0x7" fmla="*/ 8541 w 8595"/>
              <a:gd name="p0y7" fmla="*/ 2355 h 2355"/>
              <a:gd name="p0x8" fmla="*/ 8475 w 8595"/>
              <a:gd name="p0y8" fmla="*/ 2355 h 2355"/>
              <a:gd name="p0x9" fmla="*/ 120 w 8595"/>
              <a:gd name="p0y9" fmla="*/ 2355 h 2355"/>
              <a:gd name="p0x10" fmla="*/ 53 w 8595"/>
              <a:gd name="p0y10" fmla="*/ 2355 h 2355"/>
              <a:gd name="p0x11" fmla="*/ 0 w 8595"/>
              <a:gd name="p0y11" fmla="*/ 2301 h 2355"/>
              <a:gd name="p0x12" fmla="*/ 0 w 8595"/>
              <a:gd name="p0y12" fmla="*/ 2235 h 2355"/>
              <a:gd name="p0x13" fmla="*/ 0 w 8595"/>
              <a:gd name="p0y13" fmla="*/ 120 h 2355"/>
              <a:gd name="p0x14" fmla="*/ 0 w 8595"/>
              <a:gd name="p0y14" fmla="*/ 53 h 2355"/>
              <a:gd name="p0x15" fmla="*/ 53 w 8595"/>
              <a:gd name="p0y15" fmla="*/ 0 h 2355"/>
              <a:gd name="p0x16" fmla="*/ 12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86714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03</a:t>
            </a:r>
            <a:endParaRPr sz="3300" b="1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4" name="矩形 23"/>
          <p:cNvSpPr/>
          <p:nvPr>
            <p:custDataLst>
              <p:tags r:id="rId17"/>
            </p:custDataLst>
          </p:nvPr>
        </p:nvSpPr>
        <p:spPr>
          <a:xfrm>
            <a:off x="1542415" y="3614420"/>
            <a:ext cx="9525" cy="523875"/>
          </a:xfrm>
          <a:prstGeom prst="rect">
            <a:avLst/>
          </a:prstGeom>
          <a:solidFill>
            <a:schemeClr val="accent1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8"/>
            </p:custDataLst>
          </p:nvPr>
        </p:nvSpPr>
        <p:spPr>
          <a:xfrm>
            <a:off x="1876425" y="356758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</a:rPr>
              <a:t>PCB</a:t>
            </a: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布局</a:t>
            </a:r>
            <a:r>
              <a:rPr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</a:rPr>
              <a:t>与布线核心技术</a:t>
            </a:r>
            <a:endParaRPr sz="2100" b="1">
              <a:solidFill>
                <a:srgbClr val="1A5E7A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9"/>
            </p:custDataLst>
          </p:nvPr>
        </p:nvSpPr>
        <p:spPr>
          <a:xfrm>
            <a:off x="1876425" y="394144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4</a:t>
            </a:r>
            <a:r>
              <a:rPr lang="zh-CN" altLang="en-US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层板叠层设计，</a:t>
            </a:r>
            <a:r>
              <a:rPr lang="en-US" altLang="zh-CN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50Ω</a:t>
            </a:r>
            <a:r>
              <a:rPr lang="zh-CN" altLang="en-US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射频阻抗匹配实战</a:t>
            </a:r>
            <a:endParaRPr lang="zh-CN" altLang="en-US" sz="1350">
              <a:solidFill>
                <a:srgbClr val="4A7A8F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559639" y="3133725"/>
            <a:ext cx="5414873" cy="28575"/>
          </a:xfrm>
          <a:custGeom>
            <a:avLst/>
            <a:gdLst>
              <a:gd name="sw" fmla="*/ 1 w 8580"/>
              <a:gd name="sh" fmla="*/ 1 h 45"/>
              <a:gd name="mins" fmla="min sw sh"/>
              <a:gd name="dsw" fmla="+- 0 sw mins"/>
              <a:gd name="dsh" fmla="+- 0 sh mins"/>
              <a:gd name="p0x0" fmla="*/ 45 w 8580"/>
              <a:gd name="p0y0" fmla="*/ 0 h 45"/>
              <a:gd name="p0x1" fmla="*/ 8535 w 8580"/>
              <a:gd name="p0y1" fmla="*/ 0 h 45"/>
              <a:gd name="p0x2" fmla="*/ 8559 w 8580"/>
              <a:gd name="p0y2" fmla="*/ 0 h 45"/>
              <a:gd name="p0x3" fmla="*/ 8580 w 8580"/>
              <a:gd name="p0y3" fmla="*/ 20 h 45"/>
              <a:gd name="p0x4" fmla="*/ 8580 w 8580"/>
              <a:gd name="p0y4" fmla="*/ 45 h 45"/>
              <a:gd name="p0x5" fmla="*/ 0 w 8580"/>
              <a:gd name="p0y5" fmla="*/ 45 h 45"/>
              <a:gd name="p0x6" fmla="*/ 0 w 8580"/>
              <a:gd name="p0y6" fmla="*/ 20 h 45"/>
              <a:gd name="p0x7" fmla="*/ 20 w 8580"/>
              <a:gd name="p0y7" fmla="*/ 0 h 45"/>
              <a:gd name="p0x8" fmla="*/ 45 w 8580"/>
              <a:gd name="p0y8" fmla="*/ 0 h 45"/>
            </a:gdLst>
            <a:ahLst/>
            <a:cxnLst/>
            <a:pathLst>
              <a:path w="8527" h="45">
                <a:moveTo>
                  <a:pt x="94" y="0"/>
                </a:moveTo>
                <a:lnTo>
                  <a:pt x="8434" y="0"/>
                </a:lnTo>
                <a:cubicBezTo>
                  <a:pt x="8471" y="-3"/>
                  <a:pt x="8514" y="25"/>
                  <a:pt x="852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1"/>
            </p:custDataLst>
          </p:nvPr>
        </p:nvSpPr>
        <p:spPr>
          <a:xfrm>
            <a:off x="619569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120 w 8595"/>
              <a:gd name="p0y0" fmla="*/ 0 h 2355"/>
              <a:gd name="p0x1" fmla="*/ 8475 w 8595"/>
              <a:gd name="p0y1" fmla="*/ 0 h 2355"/>
              <a:gd name="p0x2" fmla="*/ 8541 w 8595"/>
              <a:gd name="p0y2" fmla="*/ 0 h 2355"/>
              <a:gd name="p0x3" fmla="*/ 8595 w 8595"/>
              <a:gd name="p0y3" fmla="*/ 53 h 2355"/>
              <a:gd name="p0x4" fmla="*/ 8595 w 8595"/>
              <a:gd name="p0y4" fmla="*/ 120 h 2355"/>
              <a:gd name="p0x5" fmla="*/ 8595 w 8595"/>
              <a:gd name="p0y5" fmla="*/ 2235 h 2355"/>
              <a:gd name="p0x6" fmla="*/ 8595 w 8595"/>
              <a:gd name="p0y6" fmla="*/ 2301 h 2355"/>
              <a:gd name="p0x7" fmla="*/ 8541 w 8595"/>
              <a:gd name="p0y7" fmla="*/ 2355 h 2355"/>
              <a:gd name="p0x8" fmla="*/ 8475 w 8595"/>
              <a:gd name="p0y8" fmla="*/ 2355 h 2355"/>
              <a:gd name="p0x9" fmla="*/ 120 w 8595"/>
              <a:gd name="p0y9" fmla="*/ 2355 h 2355"/>
              <a:gd name="p0x10" fmla="*/ 53 w 8595"/>
              <a:gd name="p0y10" fmla="*/ 2355 h 2355"/>
              <a:gd name="p0x11" fmla="*/ 0 w 8595"/>
              <a:gd name="p0y11" fmla="*/ 2301 h 2355"/>
              <a:gd name="p0x12" fmla="*/ 0 w 8595"/>
              <a:gd name="p0y12" fmla="*/ 2235 h 2355"/>
              <a:gd name="p0x13" fmla="*/ 0 w 8595"/>
              <a:gd name="p0y13" fmla="*/ 120 h 2355"/>
              <a:gd name="p0x14" fmla="*/ 0 w 8595"/>
              <a:gd name="p0y14" fmla="*/ 53 h 2355"/>
              <a:gd name="p0x15" fmla="*/ 53 w 8595"/>
              <a:gd name="p0y15" fmla="*/ 0 h 2355"/>
              <a:gd name="p0x16" fmla="*/ 12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2"/>
            </p:custDataLst>
          </p:nvPr>
        </p:nvSpPr>
        <p:spPr>
          <a:xfrm>
            <a:off x="652499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04</a:t>
            </a:r>
            <a:endParaRPr sz="3300" b="1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2" name="矩形 31"/>
          <p:cNvSpPr/>
          <p:nvPr>
            <p:custDataLst>
              <p:tags r:id="rId23"/>
            </p:custDataLst>
          </p:nvPr>
        </p:nvSpPr>
        <p:spPr>
          <a:xfrm>
            <a:off x="7200265" y="3614420"/>
            <a:ext cx="9525" cy="523875"/>
          </a:xfrm>
          <a:prstGeom prst="rect">
            <a:avLst/>
          </a:prstGeom>
          <a:solidFill>
            <a:schemeClr val="accent1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24"/>
            </p:custDataLst>
          </p:nvPr>
        </p:nvSpPr>
        <p:spPr>
          <a:xfrm>
            <a:off x="7534275" y="356758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</a:rPr>
              <a:t>设计</a:t>
            </a: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验证</a:t>
            </a:r>
            <a:r>
              <a:rPr lang="zh-CN"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与</a:t>
            </a:r>
            <a:r>
              <a:rPr lang="en-US" altLang="zh-CN"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DFM</a:t>
            </a:r>
            <a:r>
              <a:rPr lang="zh-CN" altLang="en-US"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优化</a:t>
            </a:r>
            <a:endParaRPr lang="zh-CN" altLang="en-US" sz="2100" b="1">
              <a:solidFill>
                <a:srgbClr val="1A5E7A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25"/>
            </p:custDataLst>
          </p:nvPr>
        </p:nvSpPr>
        <p:spPr>
          <a:xfrm>
            <a:off x="7534275" y="394144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零错误</a:t>
            </a:r>
            <a:r>
              <a:rPr lang="en-US" altLang="zh-CN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DRC</a:t>
            </a:r>
            <a:r>
              <a:rPr lang="zh-CN" altLang="en-US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，信号与电源完整性全面验证</a:t>
            </a:r>
            <a:endParaRPr lang="zh-CN" altLang="en-US" sz="1350">
              <a:solidFill>
                <a:srgbClr val="4A7A8F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6"/>
            </p:custDataLst>
          </p:nvPr>
        </p:nvSpPr>
        <p:spPr>
          <a:xfrm>
            <a:off x="6217489" y="3133725"/>
            <a:ext cx="5414873" cy="28575"/>
          </a:xfrm>
          <a:custGeom>
            <a:avLst/>
            <a:gdLst>
              <a:gd name="sw" fmla="*/ 1 w 8580"/>
              <a:gd name="sh" fmla="*/ 1 h 45"/>
              <a:gd name="mins" fmla="min sw sh"/>
              <a:gd name="dsw" fmla="+- 0 sw mins"/>
              <a:gd name="dsh" fmla="+- 0 sh mins"/>
              <a:gd name="p0x0" fmla="*/ 45 w 8580"/>
              <a:gd name="p0y0" fmla="*/ 0 h 45"/>
              <a:gd name="p0x1" fmla="*/ 8535 w 8580"/>
              <a:gd name="p0y1" fmla="*/ 0 h 45"/>
              <a:gd name="p0x2" fmla="*/ 8559 w 8580"/>
              <a:gd name="p0y2" fmla="*/ 0 h 45"/>
              <a:gd name="p0x3" fmla="*/ 8580 w 8580"/>
              <a:gd name="p0y3" fmla="*/ 20 h 45"/>
              <a:gd name="p0x4" fmla="*/ 8580 w 8580"/>
              <a:gd name="p0y4" fmla="*/ 45 h 45"/>
              <a:gd name="p0x5" fmla="*/ 0 w 8580"/>
              <a:gd name="p0y5" fmla="*/ 45 h 45"/>
              <a:gd name="p0x6" fmla="*/ 0 w 8580"/>
              <a:gd name="p0y6" fmla="*/ 20 h 45"/>
              <a:gd name="p0x7" fmla="*/ 20 w 8580"/>
              <a:gd name="p0y7" fmla="*/ 0 h 45"/>
              <a:gd name="p0x8" fmla="*/ 45 w 8580"/>
              <a:gd name="p0y8" fmla="*/ 0 h 45"/>
            </a:gdLst>
            <a:ahLst/>
            <a:cxnLst/>
            <a:pathLst>
              <a:path w="8527" h="45">
                <a:moveTo>
                  <a:pt x="94" y="0"/>
                </a:moveTo>
                <a:lnTo>
                  <a:pt x="8434" y="0"/>
                </a:lnTo>
                <a:cubicBezTo>
                  <a:pt x="8471" y="-3"/>
                  <a:pt x="8514" y="25"/>
                  <a:pt x="852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27"/>
            </p:custDataLst>
          </p:nvPr>
        </p:nvSpPr>
        <p:spPr>
          <a:xfrm>
            <a:off x="53784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120 w 8595"/>
              <a:gd name="p0y0" fmla="*/ 0 h 2355"/>
              <a:gd name="p0x1" fmla="*/ 8475 w 8595"/>
              <a:gd name="p0y1" fmla="*/ 0 h 2355"/>
              <a:gd name="p0x2" fmla="*/ 8541 w 8595"/>
              <a:gd name="p0y2" fmla="*/ 0 h 2355"/>
              <a:gd name="p0x3" fmla="*/ 8595 w 8595"/>
              <a:gd name="p0y3" fmla="*/ 53 h 2355"/>
              <a:gd name="p0x4" fmla="*/ 8595 w 8595"/>
              <a:gd name="p0y4" fmla="*/ 120 h 2355"/>
              <a:gd name="p0x5" fmla="*/ 8595 w 8595"/>
              <a:gd name="p0y5" fmla="*/ 2235 h 2355"/>
              <a:gd name="p0x6" fmla="*/ 8595 w 8595"/>
              <a:gd name="p0y6" fmla="*/ 2301 h 2355"/>
              <a:gd name="p0x7" fmla="*/ 8541 w 8595"/>
              <a:gd name="p0y7" fmla="*/ 2355 h 2355"/>
              <a:gd name="p0x8" fmla="*/ 8475 w 8595"/>
              <a:gd name="p0y8" fmla="*/ 2355 h 2355"/>
              <a:gd name="p0x9" fmla="*/ 120 w 8595"/>
              <a:gd name="p0y9" fmla="*/ 2355 h 2355"/>
              <a:gd name="p0x10" fmla="*/ 53 w 8595"/>
              <a:gd name="p0y10" fmla="*/ 2355 h 2355"/>
              <a:gd name="p0x11" fmla="*/ 0 w 8595"/>
              <a:gd name="p0y11" fmla="*/ 2301 h 2355"/>
              <a:gd name="p0x12" fmla="*/ 0 w 8595"/>
              <a:gd name="p0y12" fmla="*/ 2235 h 2355"/>
              <a:gd name="p0x13" fmla="*/ 0 w 8595"/>
              <a:gd name="p0y13" fmla="*/ 120 h 2355"/>
              <a:gd name="p0x14" fmla="*/ 0 w 8595"/>
              <a:gd name="p0y14" fmla="*/ 53 h 2355"/>
              <a:gd name="p0x15" fmla="*/ 53 w 8595"/>
              <a:gd name="p0y15" fmla="*/ 0 h 2355"/>
              <a:gd name="p0x16" fmla="*/ 12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28"/>
            </p:custDataLst>
          </p:nvPr>
        </p:nvSpPr>
        <p:spPr>
          <a:xfrm>
            <a:off x="86714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05</a:t>
            </a:r>
            <a:endParaRPr sz="3300" b="1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0" name="矩形 39"/>
          <p:cNvSpPr/>
          <p:nvPr>
            <p:custDataLst>
              <p:tags r:id="rId29"/>
            </p:custDataLst>
          </p:nvPr>
        </p:nvSpPr>
        <p:spPr>
          <a:xfrm>
            <a:off x="1542415" y="5309870"/>
            <a:ext cx="9525" cy="523875"/>
          </a:xfrm>
          <a:prstGeom prst="rect">
            <a:avLst/>
          </a:prstGeom>
          <a:solidFill>
            <a:schemeClr val="accent1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0"/>
            </p:custDataLst>
          </p:nvPr>
        </p:nvSpPr>
        <p:spPr>
          <a:xfrm>
            <a:off x="1876425" y="52630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</a:rPr>
              <a:t>成本</a:t>
            </a: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控制</a:t>
            </a:r>
            <a:r>
              <a:rPr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</a:rPr>
              <a:t>与项目成果</a:t>
            </a:r>
            <a:endParaRPr sz="2100" b="1">
              <a:solidFill>
                <a:srgbClr val="1A5E7A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1"/>
            </p:custDataLst>
          </p:nvPr>
        </p:nvSpPr>
        <p:spPr>
          <a:xfrm>
            <a:off x="1876425" y="56368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15</a:t>
            </a:r>
            <a:r>
              <a:rPr lang="zh-CN" altLang="en-US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元</a:t>
            </a:r>
            <a:r>
              <a:rPr lang="en-US" altLang="zh-CN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BOM</a:t>
            </a:r>
            <a:r>
              <a:rPr lang="zh-CN" altLang="en-US"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成本管控，五大技术突破总结</a:t>
            </a:r>
            <a:endParaRPr lang="zh-CN" altLang="en-US" sz="1350">
              <a:solidFill>
                <a:srgbClr val="4A7A8F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2"/>
            </p:custDataLst>
          </p:nvPr>
        </p:nvSpPr>
        <p:spPr>
          <a:xfrm>
            <a:off x="559639" y="4829175"/>
            <a:ext cx="5414873" cy="28575"/>
          </a:xfrm>
          <a:custGeom>
            <a:avLst/>
            <a:gdLst>
              <a:gd name="sw" fmla="*/ 1 w 8580"/>
              <a:gd name="sh" fmla="*/ 1 h 45"/>
              <a:gd name="mins" fmla="min sw sh"/>
              <a:gd name="dsw" fmla="+- 0 sw mins"/>
              <a:gd name="dsh" fmla="+- 0 sh mins"/>
              <a:gd name="p0x0" fmla="*/ 45 w 8580"/>
              <a:gd name="p0y0" fmla="*/ 0 h 45"/>
              <a:gd name="p0x1" fmla="*/ 8535 w 8580"/>
              <a:gd name="p0y1" fmla="*/ 0 h 45"/>
              <a:gd name="p0x2" fmla="*/ 8559 w 8580"/>
              <a:gd name="p0y2" fmla="*/ 0 h 45"/>
              <a:gd name="p0x3" fmla="*/ 8580 w 8580"/>
              <a:gd name="p0y3" fmla="*/ 20 h 45"/>
              <a:gd name="p0x4" fmla="*/ 8580 w 8580"/>
              <a:gd name="p0y4" fmla="*/ 45 h 45"/>
              <a:gd name="p0x5" fmla="*/ 0 w 8580"/>
              <a:gd name="p0y5" fmla="*/ 45 h 45"/>
              <a:gd name="p0x6" fmla="*/ 0 w 8580"/>
              <a:gd name="p0y6" fmla="*/ 20 h 45"/>
              <a:gd name="p0x7" fmla="*/ 20 w 8580"/>
              <a:gd name="p0y7" fmla="*/ 0 h 45"/>
              <a:gd name="p0x8" fmla="*/ 45 w 8580"/>
              <a:gd name="p0y8" fmla="*/ 0 h 45"/>
            </a:gdLst>
            <a:ahLst/>
            <a:cxnLst/>
            <a:pathLst>
              <a:path w="8527" h="45">
                <a:moveTo>
                  <a:pt x="94" y="0"/>
                </a:moveTo>
                <a:lnTo>
                  <a:pt x="8434" y="0"/>
                </a:lnTo>
                <a:cubicBezTo>
                  <a:pt x="8471" y="-3"/>
                  <a:pt x="8514" y="25"/>
                  <a:pt x="852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33"/>
            </p:custDataLst>
          </p:nvPr>
        </p:nvSpPr>
        <p:spPr>
          <a:xfrm>
            <a:off x="619569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120 w 8595"/>
              <a:gd name="p0y0" fmla="*/ 0 h 2355"/>
              <a:gd name="p0x1" fmla="*/ 8475 w 8595"/>
              <a:gd name="p0y1" fmla="*/ 0 h 2355"/>
              <a:gd name="p0x2" fmla="*/ 8541 w 8595"/>
              <a:gd name="p0y2" fmla="*/ 0 h 2355"/>
              <a:gd name="p0x3" fmla="*/ 8595 w 8595"/>
              <a:gd name="p0y3" fmla="*/ 53 h 2355"/>
              <a:gd name="p0x4" fmla="*/ 8595 w 8595"/>
              <a:gd name="p0y4" fmla="*/ 120 h 2355"/>
              <a:gd name="p0x5" fmla="*/ 8595 w 8595"/>
              <a:gd name="p0y5" fmla="*/ 2235 h 2355"/>
              <a:gd name="p0x6" fmla="*/ 8595 w 8595"/>
              <a:gd name="p0y6" fmla="*/ 2301 h 2355"/>
              <a:gd name="p0x7" fmla="*/ 8541 w 8595"/>
              <a:gd name="p0y7" fmla="*/ 2355 h 2355"/>
              <a:gd name="p0x8" fmla="*/ 8475 w 8595"/>
              <a:gd name="p0y8" fmla="*/ 2355 h 2355"/>
              <a:gd name="p0x9" fmla="*/ 120 w 8595"/>
              <a:gd name="p0y9" fmla="*/ 2355 h 2355"/>
              <a:gd name="p0x10" fmla="*/ 53 w 8595"/>
              <a:gd name="p0y10" fmla="*/ 2355 h 2355"/>
              <a:gd name="p0x11" fmla="*/ 0 w 8595"/>
              <a:gd name="p0y11" fmla="*/ 2301 h 2355"/>
              <a:gd name="p0x12" fmla="*/ 0 w 8595"/>
              <a:gd name="p0y12" fmla="*/ 2235 h 2355"/>
              <a:gd name="p0x13" fmla="*/ 0 w 8595"/>
              <a:gd name="p0y13" fmla="*/ 120 h 2355"/>
              <a:gd name="p0x14" fmla="*/ 0 w 8595"/>
              <a:gd name="p0y14" fmla="*/ 53 h 2355"/>
              <a:gd name="p0x15" fmla="*/ 53 w 8595"/>
              <a:gd name="p0y15" fmla="*/ 0 h 2355"/>
              <a:gd name="p0x16" fmla="*/ 12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34"/>
            </p:custDataLst>
          </p:nvPr>
        </p:nvSpPr>
        <p:spPr>
          <a:xfrm>
            <a:off x="652499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06</a:t>
            </a:r>
            <a:endParaRPr sz="3300" b="1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8" name="矩形 47"/>
          <p:cNvSpPr/>
          <p:nvPr>
            <p:custDataLst>
              <p:tags r:id="rId35"/>
            </p:custDataLst>
          </p:nvPr>
        </p:nvSpPr>
        <p:spPr>
          <a:xfrm>
            <a:off x="7200265" y="5309870"/>
            <a:ext cx="9525" cy="523875"/>
          </a:xfrm>
          <a:prstGeom prst="rect">
            <a:avLst/>
          </a:prstGeom>
          <a:solidFill>
            <a:schemeClr val="accent1">
              <a:alpha val="1490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36"/>
            </p:custDataLst>
          </p:nvPr>
        </p:nvSpPr>
        <p:spPr>
          <a:xfrm>
            <a:off x="7534275" y="52630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</a:rPr>
              <a:t>经验</a:t>
            </a: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教训</a:t>
            </a:r>
            <a:r>
              <a:rPr sz="2100" b="1">
                <a:solidFill>
                  <a:srgbClr val="1A5E7A"/>
                </a:solidFill>
                <a:latin typeface="MiSans Demibold" panose="00000700000000000000" charset="-122"/>
                <a:ea typeface="MiSans Demibold" panose="00000700000000000000" charset="-122"/>
              </a:rPr>
              <a:t>与未来展望</a:t>
            </a:r>
            <a:endParaRPr sz="2100" b="1">
              <a:solidFill>
                <a:srgbClr val="1A5E7A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37"/>
            </p:custDataLst>
          </p:nvPr>
        </p:nvSpPr>
        <p:spPr>
          <a:xfrm>
            <a:off x="7534275" y="56368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A7A8F"/>
                </a:solidFill>
                <a:latin typeface="MiSans Demibold" panose="00000700000000000000" charset="-122"/>
                <a:ea typeface="MiSans Demibold" panose="00000700000000000000" charset="-122"/>
              </a:rPr>
              <a:t>项目沉淀与后续演进方向</a:t>
            </a:r>
            <a:endParaRPr sz="1350">
              <a:solidFill>
                <a:srgbClr val="4A7A8F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38"/>
            </p:custDataLst>
          </p:nvPr>
        </p:nvSpPr>
        <p:spPr>
          <a:xfrm>
            <a:off x="6217489" y="4829175"/>
            <a:ext cx="5414873" cy="28575"/>
          </a:xfrm>
          <a:custGeom>
            <a:avLst/>
            <a:gdLst>
              <a:gd name="sw" fmla="*/ 1 w 8580"/>
              <a:gd name="sh" fmla="*/ 1 h 45"/>
              <a:gd name="mins" fmla="min sw sh"/>
              <a:gd name="dsw" fmla="+- 0 sw mins"/>
              <a:gd name="dsh" fmla="+- 0 sh mins"/>
              <a:gd name="p0x0" fmla="*/ 45 w 8580"/>
              <a:gd name="p0y0" fmla="*/ 0 h 45"/>
              <a:gd name="p0x1" fmla="*/ 8535 w 8580"/>
              <a:gd name="p0y1" fmla="*/ 0 h 45"/>
              <a:gd name="p0x2" fmla="*/ 8559 w 8580"/>
              <a:gd name="p0y2" fmla="*/ 0 h 45"/>
              <a:gd name="p0x3" fmla="*/ 8580 w 8580"/>
              <a:gd name="p0y3" fmla="*/ 20 h 45"/>
              <a:gd name="p0x4" fmla="*/ 8580 w 8580"/>
              <a:gd name="p0y4" fmla="*/ 45 h 45"/>
              <a:gd name="p0x5" fmla="*/ 0 w 8580"/>
              <a:gd name="p0y5" fmla="*/ 45 h 45"/>
              <a:gd name="p0x6" fmla="*/ 0 w 8580"/>
              <a:gd name="p0y6" fmla="*/ 20 h 45"/>
              <a:gd name="p0x7" fmla="*/ 20 w 8580"/>
              <a:gd name="p0y7" fmla="*/ 0 h 45"/>
              <a:gd name="p0x8" fmla="*/ 45 w 8580"/>
              <a:gd name="p0y8" fmla="*/ 0 h 45"/>
            </a:gdLst>
            <a:ahLst/>
            <a:cxnLst/>
            <a:pathLst>
              <a:path w="8527" h="45">
                <a:moveTo>
                  <a:pt x="94" y="0"/>
                </a:moveTo>
                <a:lnTo>
                  <a:pt x="8434" y="0"/>
                </a:lnTo>
                <a:cubicBezTo>
                  <a:pt x="8471" y="-3"/>
                  <a:pt x="8514" y="25"/>
                  <a:pt x="852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588294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1997869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01</a:t>
            </a:r>
            <a:endParaRPr sz="9000" b="1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408521"/>
            <a:ext cx="5334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项目总览与需求分析</a:t>
            </a:r>
            <a:endParaRPr sz="4200" b="1">
              <a:solidFill>
                <a:srgbClr val="1A5E7A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4645819"/>
            <a:ext cx="4953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spc="30">
                <a:solidFill>
                  <a:srgbClr val="4A7A8F"/>
                </a:solidFill>
                <a:cs typeface="+mn-lt"/>
              </a:rPr>
              <a:t>8</a:t>
            </a:r>
            <a:r>
              <a:rPr lang="zh-CN" sz="1500" spc="30">
                <a:solidFill>
                  <a:srgbClr val="4A7A8F"/>
                </a:solidFill>
                <a:cs typeface="+mn-lt"/>
              </a:rPr>
              <a:t>周系统性工作，从需求到交付的全流程闭环</a:t>
            </a:r>
            <a:endParaRPr lang="zh-CN" sz="1500" spc="30">
              <a:solidFill>
                <a:srgbClr val="4A7A8F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7A8F"/>
                </a:solidFill>
                <a:cs typeface="+mn-lt"/>
              </a:rPr>
              <a:t>开源硬件生态下的智能感知节点，技术选型决定项目成败</a:t>
            </a:r>
            <a:endParaRPr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 rot="2700000">
            <a:off x="666115" y="1652270"/>
            <a:ext cx="47625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819910" y="167132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666750" y="4373880"/>
            <a:ext cx="381000" cy="1905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57200" y="976313"/>
            <a:ext cx="112776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智能温湿度传感器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 — 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系统性工程能力是项目成功的关键</a:t>
            </a:r>
            <a:endParaRPr lang="zh-CN" altLang="en-US"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2"/>
            </p:custDataLst>
          </p:nvPr>
        </p:nvSpPr>
        <p:spPr>
          <a:xfrm>
            <a:off x="461645" y="1490345"/>
            <a:ext cx="4962525" cy="2450465"/>
          </a:xfrm>
          <a:custGeom>
            <a:avLst/>
            <a:gdLst>
              <a:gd name="sw" fmla="*/ 1 w 7815"/>
              <a:gd name="sh" fmla="*/ 1 h 3859"/>
              <a:gd name="mins" fmla="min sw sh"/>
              <a:gd name="dsw" fmla="+- 0 sw mins"/>
              <a:gd name="dsh" fmla="+- 0 sh mins"/>
              <a:gd name="p0x0" fmla="*/ 120 w 7815"/>
              <a:gd name="p0y0" fmla="*/ 0 h 3859"/>
              <a:gd name="p0x1" fmla="*/ 7695 w 7815"/>
              <a:gd name="p0y1" fmla="*/ 0 h 3859"/>
              <a:gd name="p0x2" fmla="*/ 7761 w 7815"/>
              <a:gd name="p0y2" fmla="*/ 0 h 3859"/>
              <a:gd name="p0x3" fmla="*/ 7815 w 7815"/>
              <a:gd name="p0y3" fmla="*/ 53 h 3859"/>
              <a:gd name="p0x4" fmla="*/ 7815 w 7815"/>
              <a:gd name="p0y4" fmla="*/ 120 h 3859"/>
              <a:gd name="p0x5" fmla="*/ 7815 w 7815"/>
              <a:gd name="p0y5" fmla="*/ 3739 h 3859"/>
              <a:gd name="p0x6" fmla="*/ 7815 w 7815"/>
              <a:gd name="p0y6" fmla="*/ 3805 h 3859"/>
              <a:gd name="p0x7" fmla="*/ 7761 w 7815"/>
              <a:gd name="p0y7" fmla="*/ 3859 h 3859"/>
              <a:gd name="p0x8" fmla="*/ 7695 w 7815"/>
              <a:gd name="p0y8" fmla="*/ 3859 h 3859"/>
              <a:gd name="p0x9" fmla="*/ 120 w 7815"/>
              <a:gd name="p0y9" fmla="*/ 3859 h 3859"/>
              <a:gd name="p0x10" fmla="*/ 53 w 7815"/>
              <a:gd name="p0y10" fmla="*/ 3859 h 3859"/>
              <a:gd name="p0x11" fmla="*/ 0 w 7815"/>
              <a:gd name="p0y11" fmla="*/ 3805 h 3859"/>
              <a:gd name="p0x12" fmla="*/ 0 w 7815"/>
              <a:gd name="p0y12" fmla="*/ 3739 h 3859"/>
              <a:gd name="p0x13" fmla="*/ 0 w 7815"/>
              <a:gd name="p0y13" fmla="*/ 120 h 3859"/>
              <a:gd name="p0x14" fmla="*/ 0 w 7815"/>
              <a:gd name="p0y14" fmla="*/ 53 h 3859"/>
              <a:gd name="p0x15" fmla="*/ 53 w 7815"/>
              <a:gd name="p0y15" fmla="*/ 0 h 3859"/>
              <a:gd name="p0x16" fmla="*/ 120 w 7815"/>
              <a:gd name="p0y16" fmla="*/ 0 h 385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57225" y="1685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900" y="1752600"/>
            <a:ext cx="209550" cy="209550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57225" y="2028825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D4A63"/>
                </a:solidFill>
                <a:cs typeface="+mn-lt"/>
              </a:rPr>
              <a:t>项目背景</a:t>
            </a:r>
            <a:endParaRPr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57225" y="2385060"/>
            <a:ext cx="4572000" cy="13706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1A5E7A"/>
                </a:solidFill>
                <a:cs typeface="+mn-lt"/>
              </a:rPr>
              <a:t>开源硬件生态快速发展，全球已有超过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 </a:t>
            </a:r>
            <a:r>
              <a:rPr lang="en-US" altLang="zh-CN" sz="2100" b="1">
                <a:solidFill>
                  <a:srgbClr val="2AA4D0"/>
                </a:solidFill>
                <a:cs typeface="+mn-lt"/>
              </a:rPr>
              <a:t>1</a:t>
            </a:r>
            <a:r>
              <a:rPr lang="zh-CN" altLang="en-US" sz="2100" b="1">
                <a:solidFill>
                  <a:srgbClr val="2AA4D0"/>
                </a:solidFill>
                <a:cs typeface="+mn-lt"/>
              </a:rPr>
              <a:t>亿台</a:t>
            </a:r>
            <a:r>
              <a:rPr lang="en-US" sz="1500">
                <a:solidFill>
                  <a:srgbClr val="1A5E7A"/>
                </a:solidFill>
                <a:cs typeface="+mn-lt"/>
              </a:rPr>
              <a:t> </a:t>
            </a:r>
            <a:r>
              <a:rPr lang="zh-CN" sz="1500">
                <a:solidFill>
                  <a:srgbClr val="1A5E7A"/>
                </a:solidFill>
                <a:cs typeface="+mn-lt"/>
              </a:rPr>
              <a:t>基于开源设计的智能设备投入使用。智能温湿度传感器作为物联网基础感知节点，在智能家居、工业监控、农业大棚等领域广泛应用。</a:t>
            </a:r>
            <a:endParaRPr lang="zh-CN" sz="1500">
              <a:solidFill>
                <a:srgbClr val="1A5E7A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9"/>
            </p:custDataLst>
          </p:nvPr>
        </p:nvSpPr>
        <p:spPr>
          <a:xfrm>
            <a:off x="483443" y="1495425"/>
            <a:ext cx="4919564" cy="28575"/>
          </a:xfrm>
          <a:custGeom>
            <a:avLst/>
            <a:gdLst>
              <a:gd name="sw" fmla="*/ 1 w 7800"/>
              <a:gd name="sh" fmla="*/ 1 h 45"/>
              <a:gd name="mins" fmla="min sw sh"/>
              <a:gd name="dsw" fmla="+- 0 sw mins"/>
              <a:gd name="dsh" fmla="+- 0 sh mins"/>
              <a:gd name="p0x0" fmla="*/ 45 w 7800"/>
              <a:gd name="p0y0" fmla="*/ 0 h 45"/>
              <a:gd name="p0x1" fmla="*/ 7755 w 7800"/>
              <a:gd name="p0y1" fmla="*/ 0 h 45"/>
              <a:gd name="p0x2" fmla="*/ 7779 w 7800"/>
              <a:gd name="p0y2" fmla="*/ 0 h 45"/>
              <a:gd name="p0x3" fmla="*/ 7800 w 7800"/>
              <a:gd name="p0y3" fmla="*/ 20 h 45"/>
              <a:gd name="p0x4" fmla="*/ 7800 w 7800"/>
              <a:gd name="p0y4" fmla="*/ 45 h 45"/>
              <a:gd name="p0x5" fmla="*/ 0 w 7800"/>
              <a:gd name="p0y5" fmla="*/ 45 h 45"/>
              <a:gd name="p0x6" fmla="*/ 0 w 7800"/>
              <a:gd name="p0y6" fmla="*/ 20 h 45"/>
              <a:gd name="p0x7" fmla="*/ 20 w 7800"/>
              <a:gd name="p0y7" fmla="*/ 0 h 45"/>
              <a:gd name="p0x8" fmla="*/ 45 w 7800"/>
              <a:gd name="p0y8" fmla="*/ 0 h 45"/>
            </a:gdLst>
            <a:ahLst/>
            <a:cxnLst/>
            <a:pathLst>
              <a:path w="7747" h="45">
                <a:moveTo>
                  <a:pt x="94" y="0"/>
                </a:moveTo>
                <a:lnTo>
                  <a:pt x="7654" y="0"/>
                </a:lnTo>
                <a:cubicBezTo>
                  <a:pt x="7691" y="-3"/>
                  <a:pt x="7734" y="25"/>
                  <a:pt x="774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>
            <a:off x="5624195" y="1490345"/>
            <a:ext cx="6105525" cy="2450465"/>
          </a:xfrm>
          <a:custGeom>
            <a:avLst/>
            <a:gdLst>
              <a:gd name="sw" fmla="*/ 1 w 9615"/>
              <a:gd name="sh" fmla="*/ 1 h 3859"/>
              <a:gd name="mins" fmla="min sw sh"/>
              <a:gd name="dsw" fmla="+- 0 sw mins"/>
              <a:gd name="dsh" fmla="+- 0 sh mins"/>
              <a:gd name="p0x0" fmla="*/ 120 w 9615"/>
              <a:gd name="p0y0" fmla="*/ 0 h 3859"/>
              <a:gd name="p0x1" fmla="*/ 9495 w 9615"/>
              <a:gd name="p0y1" fmla="*/ 0 h 3859"/>
              <a:gd name="p0x2" fmla="*/ 9561 w 9615"/>
              <a:gd name="p0y2" fmla="*/ 0 h 3859"/>
              <a:gd name="p0x3" fmla="*/ 9615 w 9615"/>
              <a:gd name="p0y3" fmla="*/ 53 h 3859"/>
              <a:gd name="p0x4" fmla="*/ 9615 w 9615"/>
              <a:gd name="p0y4" fmla="*/ 120 h 3859"/>
              <a:gd name="p0x5" fmla="*/ 9615 w 9615"/>
              <a:gd name="p0y5" fmla="*/ 3739 h 3859"/>
              <a:gd name="p0x6" fmla="*/ 9615 w 9615"/>
              <a:gd name="p0y6" fmla="*/ 3805 h 3859"/>
              <a:gd name="p0x7" fmla="*/ 9561 w 9615"/>
              <a:gd name="p0y7" fmla="*/ 3859 h 3859"/>
              <a:gd name="p0x8" fmla="*/ 9495 w 9615"/>
              <a:gd name="p0y8" fmla="*/ 3859 h 3859"/>
              <a:gd name="p0x9" fmla="*/ 120 w 9615"/>
              <a:gd name="p0y9" fmla="*/ 3859 h 3859"/>
              <a:gd name="p0x10" fmla="*/ 53 w 9615"/>
              <a:gd name="p0y10" fmla="*/ 3859 h 3859"/>
              <a:gd name="p0x11" fmla="*/ 0 w 9615"/>
              <a:gd name="p0y11" fmla="*/ 3805 h 3859"/>
              <a:gd name="p0x12" fmla="*/ 0 w 9615"/>
              <a:gd name="p0y12" fmla="*/ 3739 h 3859"/>
              <a:gd name="p0x13" fmla="*/ 0 w 9615"/>
              <a:gd name="p0y13" fmla="*/ 120 h 3859"/>
              <a:gd name="p0x14" fmla="*/ 0 w 9615"/>
              <a:gd name="p0y14" fmla="*/ 53 h 3859"/>
              <a:gd name="p0x15" fmla="*/ 53 w 9615"/>
              <a:gd name="p0y15" fmla="*/ 0 h 3859"/>
              <a:gd name="p0x16" fmla="*/ 120 w 9615"/>
              <a:gd name="p0y16" fmla="*/ 0 h 385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5819775" y="1685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86450" y="1752600"/>
            <a:ext cx="209550" cy="209550"/>
          </a:xfrm>
          <a:prstGeom prst="rect">
            <a:avLst/>
          </a:prstGeom>
          <a:noFill/>
        </p:spPr>
      </p:pic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5819775" y="2028825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D4A63"/>
                </a:solidFill>
                <a:cs typeface="+mn-lt"/>
              </a:rPr>
              <a:t>项目目标</a:t>
            </a:r>
            <a:endParaRPr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5819775" y="2451716"/>
            <a:ext cx="5801173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1A5E7A"/>
                </a:solidFill>
                <a:cs typeface="+mn-lt"/>
              </a:rPr>
              <a:t>掌握专业硬件研发流程，独立完成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2AA4D0"/>
                </a:solidFill>
                <a:cs typeface="+mn-lt"/>
              </a:rPr>
              <a:t>4</a:t>
            </a:r>
            <a:r>
              <a:rPr lang="zh-CN" altLang="en-US" sz="1500" b="1">
                <a:solidFill>
                  <a:srgbClr val="2AA4D0"/>
                </a:solidFill>
                <a:cs typeface="+mn-lt"/>
              </a:rPr>
              <a:t>层板</a:t>
            </a:r>
            <a:r>
              <a:rPr lang="en-US" altLang="zh-CN" sz="1500" b="1">
                <a:solidFill>
                  <a:srgbClr val="2AA4D0"/>
                </a:solidFill>
                <a:cs typeface="+mn-lt"/>
              </a:rPr>
              <a:t>PCB</a:t>
            </a:r>
            <a:r>
              <a:rPr lang="zh-CN" altLang="en-US" sz="1500" b="1">
                <a:solidFill>
                  <a:srgbClr val="2AA4D0"/>
                </a:solidFill>
                <a:cs typeface="+mn-lt"/>
              </a:rPr>
              <a:t>完整设计流程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（原理图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→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布局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→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布线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→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验证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→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输出）；深入理解低功耗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IoT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设备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PCB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设计要点，掌握信号完整性与电源完整性基础分析方法；具备符合量产要求的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2AA4D0"/>
                </a:solidFill>
                <a:cs typeface="+mn-lt"/>
              </a:rPr>
              <a:t>DFM</a:t>
            </a:r>
            <a:r>
              <a:rPr lang="zh-CN" altLang="en-US" sz="1500" b="1">
                <a:solidFill>
                  <a:srgbClr val="2AA4D0"/>
                </a:solidFill>
                <a:cs typeface="+mn-lt"/>
              </a:rPr>
              <a:t>设计能力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，完成可直接用于打样生产的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Gerber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文件输出。</a:t>
            </a:r>
            <a:endParaRPr lang="zh-CN" altLang="en-US" sz="1500">
              <a:solidFill>
                <a:srgbClr val="1A5E7A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5645993" y="1495425"/>
            <a:ext cx="6062564" cy="28575"/>
          </a:xfrm>
          <a:custGeom>
            <a:avLst/>
            <a:gdLst>
              <a:gd name="sw" fmla="*/ 1 w 9600"/>
              <a:gd name="sh" fmla="*/ 1 h 45"/>
              <a:gd name="mins" fmla="min sw sh"/>
              <a:gd name="dsw" fmla="+- 0 sw mins"/>
              <a:gd name="dsh" fmla="+- 0 sh mins"/>
              <a:gd name="p0x0" fmla="*/ 45 w 9600"/>
              <a:gd name="p0y0" fmla="*/ 0 h 45"/>
              <a:gd name="p0x1" fmla="*/ 9555 w 9600"/>
              <a:gd name="p0y1" fmla="*/ 0 h 45"/>
              <a:gd name="p0x2" fmla="*/ 9579 w 9600"/>
              <a:gd name="p0y2" fmla="*/ 0 h 45"/>
              <a:gd name="p0x3" fmla="*/ 9600 w 9600"/>
              <a:gd name="p0y3" fmla="*/ 20 h 45"/>
              <a:gd name="p0x4" fmla="*/ 9600 w 9600"/>
              <a:gd name="p0y4" fmla="*/ 45 h 45"/>
              <a:gd name="p0x5" fmla="*/ 0 w 9600"/>
              <a:gd name="p0y5" fmla="*/ 45 h 45"/>
              <a:gd name="p0x6" fmla="*/ 0 w 9600"/>
              <a:gd name="p0y6" fmla="*/ 20 h 45"/>
              <a:gd name="p0x7" fmla="*/ 20 w 9600"/>
              <a:gd name="p0y7" fmla="*/ 0 h 45"/>
              <a:gd name="p0x8" fmla="*/ 45 w 9600"/>
              <a:gd name="p0y8" fmla="*/ 0 h 45"/>
            </a:gdLst>
            <a:ahLst/>
            <a:cxnLst/>
            <a:pathLst>
              <a:path w="9547" h="45">
                <a:moveTo>
                  <a:pt x="94" y="0"/>
                </a:moveTo>
                <a:lnTo>
                  <a:pt x="9454" y="0"/>
                </a:lnTo>
                <a:cubicBezTo>
                  <a:pt x="9491" y="-3"/>
                  <a:pt x="9534" y="25"/>
                  <a:pt x="954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8"/>
            </p:custDataLst>
          </p:nvPr>
        </p:nvSpPr>
        <p:spPr>
          <a:xfrm>
            <a:off x="461645" y="4102735"/>
            <a:ext cx="11268075" cy="390525"/>
          </a:xfrm>
          <a:custGeom>
            <a:avLst/>
            <a:gdLst>
              <a:gd name="sw" fmla="*/ 1 w 17745"/>
              <a:gd name="sh" fmla="*/ 1 h 615"/>
              <a:gd name="mins" fmla="min sw sh"/>
              <a:gd name="dsw" fmla="+- 0 sw mins"/>
              <a:gd name="dsh" fmla="+- 0 sh mins"/>
              <a:gd name="p0x0" fmla="*/ 120 w 17745"/>
              <a:gd name="p0y0" fmla="*/ 0 h 615"/>
              <a:gd name="p0x1" fmla="*/ 17625 w 17745"/>
              <a:gd name="p0y1" fmla="*/ 0 h 615"/>
              <a:gd name="p0x2" fmla="*/ 17691 w 17745"/>
              <a:gd name="p0y2" fmla="*/ 0 h 615"/>
              <a:gd name="p0x3" fmla="*/ 17745 w 17745"/>
              <a:gd name="p0y3" fmla="*/ 53 h 615"/>
              <a:gd name="p0x4" fmla="*/ 17745 w 17745"/>
              <a:gd name="p0y4" fmla="*/ 120 h 615"/>
              <a:gd name="p0x5" fmla="*/ 17745 w 17745"/>
              <a:gd name="p0y5" fmla="*/ 495 h 615"/>
              <a:gd name="p0x6" fmla="*/ 17745 w 17745"/>
              <a:gd name="p0y6" fmla="*/ 561 h 615"/>
              <a:gd name="p0x7" fmla="*/ 17691 w 17745"/>
              <a:gd name="p0y7" fmla="*/ 615 h 615"/>
              <a:gd name="p0x8" fmla="*/ 17625 w 17745"/>
              <a:gd name="p0y8" fmla="*/ 615 h 615"/>
              <a:gd name="p0x9" fmla="*/ 120 w 17745"/>
              <a:gd name="p0y9" fmla="*/ 615 h 615"/>
              <a:gd name="p0x10" fmla="*/ 53 w 17745"/>
              <a:gd name="p0y10" fmla="*/ 615 h 615"/>
              <a:gd name="p0x11" fmla="*/ 0 w 17745"/>
              <a:gd name="p0y11" fmla="*/ 561 h 615"/>
              <a:gd name="p0x12" fmla="*/ 0 w 17745"/>
              <a:gd name="p0y12" fmla="*/ 495 h 615"/>
              <a:gd name="p0x13" fmla="*/ 0 w 17745"/>
              <a:gd name="p0y13" fmla="*/ 120 h 615"/>
              <a:gd name="p0x14" fmla="*/ 0 w 17745"/>
              <a:gd name="p0y14" fmla="*/ 53 h 615"/>
              <a:gd name="p0x15" fmla="*/ 53 w 17745"/>
              <a:gd name="p0y15" fmla="*/ 0 h 615"/>
              <a:gd name="p0x16" fmla="*/ 120 w 17745"/>
              <a:gd name="p0y16" fmla="*/ 0 h 6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19"/>
            </p:custDataLst>
          </p:nvPr>
        </p:nvSpPr>
        <p:spPr>
          <a:xfrm>
            <a:off x="657225" y="4298315"/>
            <a:ext cx="342900" cy="1905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 w="540" h="300">
                <a:moveTo>
                  <a:pt x="60" y="0"/>
                </a:moveTo>
                <a:lnTo>
                  <a:pt x="480" y="0"/>
                </a:lnTo>
                <a:cubicBezTo>
                  <a:pt x="514" y="-1"/>
                  <a:pt x="541" y="30"/>
                  <a:pt x="540" y="60"/>
                </a:cubicBezTo>
                <a:lnTo>
                  <a:pt x="540" y="300"/>
                </a:lnTo>
                <a:lnTo>
                  <a:pt x="0" y="300"/>
                </a:lnTo>
                <a:lnTo>
                  <a:pt x="0" y="60"/>
                </a:lnTo>
                <a:cubicBezTo>
                  <a:pt x="-1" y="26"/>
                  <a:pt x="30" y="-1"/>
                  <a:pt x="60" y="0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b="40909"/>
          <a:stretch>
            <a:fillRect/>
          </a:stretch>
        </p:blipFill>
        <p:spPr>
          <a:xfrm>
            <a:off x="723900" y="4364990"/>
            <a:ext cx="209550" cy="1238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30" h="195">
                <a:moveTo>
                  <a:pt x="330" y="0"/>
                </a:moveTo>
                <a:lnTo>
                  <a:pt x="330" y="195"/>
                </a:lnTo>
                <a:lnTo>
                  <a:pt x="0" y="195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657225" y="4641504"/>
            <a:ext cx="409746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b="1">
                <a:solidFill>
                  <a:srgbClr val="0D4A63"/>
                </a:solidFill>
                <a:cs typeface="+mn-lt"/>
              </a:rPr>
              <a:t>项目周期</a:t>
            </a:r>
            <a:r>
              <a:rPr lang="en-US" altLang="zh-CN" b="1">
                <a:solidFill>
                  <a:srgbClr val="0D4A63"/>
                </a:solidFill>
                <a:cs typeface="+mn-lt"/>
              </a:rPr>
              <a:t> — </a:t>
            </a:r>
            <a:r>
              <a:rPr lang="zh-CN" altLang="en-US" b="1">
                <a:solidFill>
                  <a:srgbClr val="0D4A63"/>
                </a:solidFill>
                <a:cs typeface="+mn-lt"/>
              </a:rPr>
              <a:t>总计</a:t>
            </a:r>
            <a:r>
              <a:rPr lang="en-US" altLang="zh-CN" b="1">
                <a:solidFill>
                  <a:srgbClr val="0D4A63"/>
                </a:solidFill>
                <a:cs typeface="+mn-lt"/>
              </a:rPr>
              <a:t>8</a:t>
            </a:r>
            <a:r>
              <a:rPr lang="zh-CN" altLang="en-US" b="1">
                <a:solidFill>
                  <a:srgbClr val="0D4A63"/>
                </a:solidFill>
                <a:cs typeface="+mn-lt"/>
              </a:rPr>
              <a:t>周</a:t>
            </a:r>
            <a:r>
              <a:rPr lang="en-US" altLang="zh-CN" b="1">
                <a:solidFill>
                  <a:srgbClr val="0D4A63"/>
                </a:solidFill>
                <a:cs typeface="+mn-lt"/>
              </a:rPr>
              <a:t> · </a:t>
            </a:r>
            <a:r>
              <a:rPr lang="zh-CN" altLang="en-US" b="1">
                <a:solidFill>
                  <a:srgbClr val="0D4A63"/>
                </a:solidFill>
                <a:cs typeface="+mn-lt"/>
              </a:rPr>
              <a:t>按周划分阶段</a:t>
            </a:r>
            <a:endParaRPr lang="zh-CN" altLang="en-US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23" name="任意多边形 22"/>
          <p:cNvSpPr/>
          <p:nvPr>
            <p:custDataLst>
              <p:tags r:id="rId24"/>
            </p:custDataLst>
          </p:nvPr>
        </p:nvSpPr>
        <p:spPr>
          <a:xfrm>
            <a:off x="483439" y="4107815"/>
            <a:ext cx="11225123" cy="28575"/>
          </a:xfrm>
          <a:custGeom>
            <a:avLst/>
            <a:gdLst>
              <a:gd name="sw" fmla="*/ 1 w 17730"/>
              <a:gd name="sh" fmla="*/ 1 h 45"/>
              <a:gd name="mins" fmla="min sw sh"/>
              <a:gd name="dsw" fmla="+- 0 sw mins"/>
              <a:gd name="dsh" fmla="+- 0 sh mins"/>
              <a:gd name="p0x0" fmla="*/ 45 w 17730"/>
              <a:gd name="p0y0" fmla="*/ 0 h 45"/>
              <a:gd name="p0x1" fmla="*/ 17685 w 17730"/>
              <a:gd name="p0y1" fmla="*/ 0 h 45"/>
              <a:gd name="p0x2" fmla="*/ 17709 w 17730"/>
              <a:gd name="p0y2" fmla="*/ 0 h 45"/>
              <a:gd name="p0x3" fmla="*/ 17730 w 17730"/>
              <a:gd name="p0y3" fmla="*/ 20 h 45"/>
              <a:gd name="p0x4" fmla="*/ 17730 w 17730"/>
              <a:gd name="p0y4" fmla="*/ 45 h 45"/>
              <a:gd name="p0x5" fmla="*/ 0 w 17730"/>
              <a:gd name="p0y5" fmla="*/ 45 h 45"/>
              <a:gd name="p0x6" fmla="*/ 0 w 17730"/>
              <a:gd name="p0y6" fmla="*/ 20 h 45"/>
              <a:gd name="p0x7" fmla="*/ 20 w 17730"/>
              <a:gd name="p0y7" fmla="*/ 0 h 45"/>
              <a:gd name="p0x8" fmla="*/ 45 w 17730"/>
              <a:gd name="p0y8" fmla="*/ 0 h 45"/>
            </a:gdLst>
            <a:ahLst/>
            <a:cxnLst/>
            <a:pathLst>
              <a:path w="17677" h="45">
                <a:moveTo>
                  <a:pt x="94" y="0"/>
                </a:moveTo>
                <a:lnTo>
                  <a:pt x="17584" y="0"/>
                </a:lnTo>
                <a:cubicBezTo>
                  <a:pt x="17621" y="-3"/>
                  <a:pt x="17664" y="25"/>
                  <a:pt x="1767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1050055" y="5217766"/>
            <a:ext cx="50728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b="1" spc="63">
                <a:solidFill>
                  <a:srgbClr val="7A9CAB"/>
                </a:solidFill>
                <a:cs typeface="+mn-lt"/>
              </a:rPr>
              <a:t>第</a:t>
            </a:r>
            <a:r>
              <a:rPr lang="en-US" altLang="zh-CN" sz="1050" b="1" spc="63">
                <a:solidFill>
                  <a:srgbClr val="7A9CAB"/>
                </a:solidFill>
                <a:cs typeface="+mn-lt"/>
              </a:rPr>
              <a:t>1</a:t>
            </a:r>
            <a:r>
              <a:rPr lang="zh-CN" altLang="en-US" sz="1050" b="1" spc="63">
                <a:solidFill>
                  <a:srgbClr val="7A9CAB"/>
                </a:solidFill>
                <a:cs typeface="+mn-lt"/>
              </a:rPr>
              <a:t>周</a:t>
            </a:r>
            <a:endParaRPr lang="zh-CN" altLang="en-US" sz="1050" b="1" spc="63">
              <a:solidFill>
                <a:srgbClr val="7A9CAB"/>
              </a:solidFill>
              <a:cs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26"/>
            </p:custDataLst>
          </p:nvPr>
        </p:nvSpPr>
        <p:spPr>
          <a:xfrm>
            <a:off x="789308" y="5418744"/>
            <a:ext cx="1028776" cy="4686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sz="1350">
                <a:solidFill>
                  <a:srgbClr val="1A5E7A"/>
                </a:solidFill>
                <a:cs typeface="+mn-lt"/>
              </a:rPr>
              <a:t>需求分析与资料调研</a:t>
            </a:r>
            <a:endParaRPr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27"/>
            </p:custDataLst>
          </p:nvPr>
        </p:nvSpPr>
        <p:spPr>
          <a:xfrm>
            <a:off x="2419274" y="5217766"/>
            <a:ext cx="50728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b="1" spc="63">
                <a:solidFill>
                  <a:srgbClr val="7A9CAB"/>
                </a:solidFill>
                <a:cs typeface="+mn-lt"/>
              </a:rPr>
              <a:t>第</a:t>
            </a:r>
            <a:r>
              <a:rPr lang="en-US" altLang="zh-CN" sz="1050" b="1" spc="63">
                <a:solidFill>
                  <a:srgbClr val="7A9CAB"/>
                </a:solidFill>
                <a:cs typeface="+mn-lt"/>
              </a:rPr>
              <a:t>2</a:t>
            </a:r>
            <a:r>
              <a:rPr lang="zh-CN" altLang="en-US" sz="1050" b="1" spc="63">
                <a:solidFill>
                  <a:srgbClr val="7A9CAB"/>
                </a:solidFill>
                <a:cs typeface="+mn-lt"/>
              </a:rPr>
              <a:t>周</a:t>
            </a:r>
            <a:endParaRPr lang="zh-CN" altLang="en-US" sz="1050" b="1" spc="63">
              <a:solidFill>
                <a:srgbClr val="7A9CAB"/>
              </a:solidFill>
              <a:cs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28"/>
            </p:custDataLst>
          </p:nvPr>
        </p:nvSpPr>
        <p:spPr>
          <a:xfrm>
            <a:off x="2158527" y="5418744"/>
            <a:ext cx="1028776" cy="4686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sz="1350">
                <a:solidFill>
                  <a:srgbClr val="1A5E7A"/>
                </a:solidFill>
                <a:cs typeface="+mn-lt"/>
              </a:rPr>
              <a:t>原理图设计与仿真</a:t>
            </a:r>
            <a:endParaRPr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35" name="文本框 34"/>
          <p:cNvSpPr txBox="1"/>
          <p:nvPr>
            <p:custDataLst>
              <p:tags r:id="rId29"/>
            </p:custDataLst>
          </p:nvPr>
        </p:nvSpPr>
        <p:spPr>
          <a:xfrm>
            <a:off x="3788492" y="5329161"/>
            <a:ext cx="50728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b="1" spc="63">
                <a:solidFill>
                  <a:srgbClr val="7A9CAB"/>
                </a:solidFill>
                <a:cs typeface="+mn-lt"/>
              </a:rPr>
              <a:t>第</a:t>
            </a:r>
            <a:r>
              <a:rPr lang="en-US" altLang="zh-CN" sz="1050" b="1" spc="63">
                <a:solidFill>
                  <a:srgbClr val="7A9CAB"/>
                </a:solidFill>
                <a:cs typeface="+mn-lt"/>
              </a:rPr>
              <a:t>3</a:t>
            </a:r>
            <a:r>
              <a:rPr lang="zh-CN" altLang="en-US" sz="1050" b="1" spc="63">
                <a:solidFill>
                  <a:srgbClr val="7A9CAB"/>
                </a:solidFill>
                <a:cs typeface="+mn-lt"/>
              </a:rPr>
              <a:t>周</a:t>
            </a:r>
            <a:endParaRPr lang="zh-CN" altLang="en-US" sz="1050" b="1" spc="63">
              <a:solidFill>
                <a:srgbClr val="7A9CAB"/>
              </a:solidFill>
              <a:cs typeface="+mn-lt"/>
            </a:endParaRPr>
          </a:p>
        </p:txBody>
      </p:sp>
      <p:sp>
        <p:nvSpPr>
          <p:cNvPr id="36" name="文本框 35"/>
          <p:cNvSpPr txBox="1"/>
          <p:nvPr>
            <p:custDataLst>
              <p:tags r:id="rId30"/>
            </p:custDataLst>
          </p:nvPr>
        </p:nvSpPr>
        <p:spPr>
          <a:xfrm>
            <a:off x="3437411" y="5530139"/>
            <a:ext cx="1209456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sz="1350">
                <a:solidFill>
                  <a:srgbClr val="1A5E7A"/>
                </a:solidFill>
                <a:cs typeface="+mn-lt"/>
              </a:rPr>
              <a:t>PCB</a:t>
            </a:r>
            <a:r>
              <a:rPr lang="zh-CN" sz="1350">
                <a:solidFill>
                  <a:srgbClr val="1A5E7A"/>
                </a:solidFill>
                <a:cs typeface="+mn-lt"/>
              </a:rPr>
              <a:t>布局设计</a:t>
            </a:r>
            <a:endParaRPr lang="zh-CN"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38" name="文本框 37"/>
          <p:cNvSpPr txBox="1"/>
          <p:nvPr>
            <p:custDataLst>
              <p:tags r:id="rId31"/>
            </p:custDataLst>
          </p:nvPr>
        </p:nvSpPr>
        <p:spPr>
          <a:xfrm>
            <a:off x="5157711" y="5217766"/>
            <a:ext cx="50728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b="1" spc="63">
                <a:solidFill>
                  <a:srgbClr val="2AA4D0"/>
                </a:solidFill>
                <a:cs typeface="+mn-lt"/>
              </a:rPr>
              <a:t>第</a:t>
            </a:r>
            <a:r>
              <a:rPr lang="en-US" altLang="zh-CN" sz="1050" b="1" spc="63">
                <a:solidFill>
                  <a:srgbClr val="2AA4D0"/>
                </a:solidFill>
                <a:cs typeface="+mn-lt"/>
              </a:rPr>
              <a:t>4</a:t>
            </a:r>
            <a:r>
              <a:rPr lang="zh-CN" altLang="en-US" sz="1050" b="1" spc="63">
                <a:solidFill>
                  <a:srgbClr val="2AA4D0"/>
                </a:solidFill>
                <a:cs typeface="+mn-lt"/>
              </a:rPr>
              <a:t>周</a:t>
            </a:r>
            <a:endParaRPr lang="zh-CN" altLang="en-US" sz="1050" b="1" spc="63">
              <a:solidFill>
                <a:srgbClr val="2AA4D0"/>
              </a:solidFill>
              <a:cs typeface="+mn-lt"/>
            </a:endParaRPr>
          </a:p>
        </p:txBody>
      </p:sp>
      <p:sp>
        <p:nvSpPr>
          <p:cNvPr id="39" name="文本框 38"/>
          <p:cNvSpPr txBox="1"/>
          <p:nvPr>
            <p:custDataLst>
              <p:tags r:id="rId32"/>
            </p:custDataLst>
          </p:nvPr>
        </p:nvSpPr>
        <p:spPr>
          <a:xfrm>
            <a:off x="4892354" y="5418744"/>
            <a:ext cx="1038006" cy="4686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sz="1350" b="1">
                <a:solidFill>
                  <a:srgbClr val="0D4A63"/>
                </a:solidFill>
                <a:cs typeface="+mn-lt"/>
              </a:rPr>
              <a:t>PCB</a:t>
            </a:r>
            <a:r>
              <a:rPr lang="zh-CN" sz="1350" b="1">
                <a:solidFill>
                  <a:srgbClr val="0D4A63"/>
                </a:solidFill>
                <a:cs typeface="+mn-lt"/>
              </a:rPr>
              <a:t>布线（核心）</a:t>
            </a:r>
            <a:endParaRPr lang="zh-CN" sz="135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41" name="文本框 40"/>
          <p:cNvSpPr txBox="1"/>
          <p:nvPr>
            <p:custDataLst>
              <p:tags r:id="rId33"/>
            </p:custDataLst>
          </p:nvPr>
        </p:nvSpPr>
        <p:spPr>
          <a:xfrm>
            <a:off x="6526930" y="5217766"/>
            <a:ext cx="50728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b="1" spc="63">
                <a:solidFill>
                  <a:srgbClr val="2AA4D0"/>
                </a:solidFill>
                <a:cs typeface="+mn-lt"/>
              </a:rPr>
              <a:t>第</a:t>
            </a:r>
            <a:r>
              <a:rPr lang="en-US" altLang="zh-CN" sz="1050" b="1" spc="63">
                <a:solidFill>
                  <a:srgbClr val="2AA4D0"/>
                </a:solidFill>
                <a:cs typeface="+mn-lt"/>
              </a:rPr>
              <a:t>5</a:t>
            </a:r>
            <a:r>
              <a:rPr lang="zh-CN" altLang="en-US" sz="1050" b="1" spc="63">
                <a:solidFill>
                  <a:srgbClr val="2AA4D0"/>
                </a:solidFill>
                <a:cs typeface="+mn-lt"/>
              </a:rPr>
              <a:t>周</a:t>
            </a:r>
            <a:endParaRPr lang="zh-CN" altLang="en-US" sz="1050" b="1" spc="63">
              <a:solidFill>
                <a:srgbClr val="2AA4D0"/>
              </a:solidFill>
              <a:cs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34"/>
            </p:custDataLst>
          </p:nvPr>
        </p:nvSpPr>
        <p:spPr>
          <a:xfrm>
            <a:off x="6261573" y="5418744"/>
            <a:ext cx="1038006" cy="4686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sz="1350" b="1">
                <a:solidFill>
                  <a:srgbClr val="0D4A63"/>
                </a:solidFill>
                <a:cs typeface="+mn-lt"/>
              </a:rPr>
              <a:t>PCB</a:t>
            </a:r>
            <a:r>
              <a:rPr lang="zh-CN" sz="1350" b="1">
                <a:solidFill>
                  <a:srgbClr val="0D4A63"/>
                </a:solidFill>
                <a:cs typeface="+mn-lt"/>
              </a:rPr>
              <a:t>布线（核心）</a:t>
            </a:r>
            <a:endParaRPr lang="zh-CN" sz="135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44" name="文本框 43"/>
          <p:cNvSpPr txBox="1"/>
          <p:nvPr>
            <p:custDataLst>
              <p:tags r:id="rId35"/>
            </p:custDataLst>
          </p:nvPr>
        </p:nvSpPr>
        <p:spPr>
          <a:xfrm>
            <a:off x="7896149" y="5217766"/>
            <a:ext cx="50728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b="1" spc="63">
                <a:solidFill>
                  <a:srgbClr val="7A9CAB"/>
                </a:solidFill>
                <a:cs typeface="+mn-lt"/>
              </a:rPr>
              <a:t>第</a:t>
            </a:r>
            <a:r>
              <a:rPr lang="en-US" altLang="zh-CN" sz="1050" b="1" spc="63">
                <a:solidFill>
                  <a:srgbClr val="7A9CAB"/>
                </a:solidFill>
                <a:cs typeface="+mn-lt"/>
              </a:rPr>
              <a:t>6</a:t>
            </a:r>
            <a:r>
              <a:rPr lang="zh-CN" altLang="en-US" sz="1050" b="1" spc="63">
                <a:solidFill>
                  <a:srgbClr val="7A9CAB"/>
                </a:solidFill>
                <a:cs typeface="+mn-lt"/>
              </a:rPr>
              <a:t>周</a:t>
            </a:r>
            <a:endParaRPr lang="zh-CN" altLang="en-US" sz="1050" b="1" spc="63">
              <a:solidFill>
                <a:srgbClr val="7A9CAB"/>
              </a:solidFill>
              <a:cs typeface="+mn-lt"/>
            </a:endParaRPr>
          </a:p>
        </p:txBody>
      </p:sp>
      <p:sp>
        <p:nvSpPr>
          <p:cNvPr id="45" name="文本框 44"/>
          <p:cNvSpPr txBox="1"/>
          <p:nvPr>
            <p:custDataLst>
              <p:tags r:id="rId36"/>
            </p:custDataLst>
          </p:nvPr>
        </p:nvSpPr>
        <p:spPr>
          <a:xfrm>
            <a:off x="7715693" y="5418744"/>
            <a:ext cx="868194" cy="4686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zh-CN" altLang="en-US" sz="1350">
                <a:solidFill>
                  <a:srgbClr val="1A5E7A"/>
                </a:solidFill>
                <a:cs typeface="+mn-lt"/>
              </a:rPr>
              <a:t>设计验证与</a:t>
            </a:r>
            <a:r>
              <a:rPr lang="en-US" altLang="zh-CN" sz="1350">
                <a:solidFill>
                  <a:srgbClr val="1A5E7A"/>
                </a:solidFill>
                <a:cs typeface="+mn-lt"/>
              </a:rPr>
              <a:t>DRC</a:t>
            </a:r>
            <a:r>
              <a:rPr lang="zh-CN" altLang="en-US" sz="1350">
                <a:solidFill>
                  <a:srgbClr val="1A5E7A"/>
                </a:solidFill>
                <a:cs typeface="+mn-lt"/>
              </a:rPr>
              <a:t>检查</a:t>
            </a:r>
            <a:endParaRPr lang="zh-CN" altLang="en-US"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47" name="文本框 46"/>
          <p:cNvSpPr txBox="1"/>
          <p:nvPr>
            <p:custDataLst>
              <p:tags r:id="rId37"/>
            </p:custDataLst>
          </p:nvPr>
        </p:nvSpPr>
        <p:spPr>
          <a:xfrm>
            <a:off x="9265368" y="5217766"/>
            <a:ext cx="50728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b="1" spc="63">
                <a:solidFill>
                  <a:srgbClr val="7A9CAB"/>
                </a:solidFill>
                <a:cs typeface="+mn-lt"/>
              </a:rPr>
              <a:t>第</a:t>
            </a:r>
            <a:r>
              <a:rPr lang="en-US" altLang="zh-CN" sz="1050" b="1" spc="63">
                <a:solidFill>
                  <a:srgbClr val="7A9CAB"/>
                </a:solidFill>
                <a:cs typeface="+mn-lt"/>
              </a:rPr>
              <a:t>7</a:t>
            </a:r>
            <a:r>
              <a:rPr lang="zh-CN" altLang="en-US" sz="1050" b="1" spc="63">
                <a:solidFill>
                  <a:srgbClr val="7A9CAB"/>
                </a:solidFill>
                <a:cs typeface="+mn-lt"/>
              </a:rPr>
              <a:t>周</a:t>
            </a:r>
            <a:endParaRPr lang="zh-CN" altLang="en-US" sz="1050" b="1" spc="63">
              <a:solidFill>
                <a:srgbClr val="7A9CAB"/>
              </a:solidFill>
              <a:cs typeface="+mn-lt"/>
            </a:endParaRPr>
          </a:p>
        </p:txBody>
      </p:sp>
      <p:sp>
        <p:nvSpPr>
          <p:cNvPr id="48" name="文本框 47"/>
          <p:cNvSpPr txBox="1"/>
          <p:nvPr>
            <p:custDataLst>
              <p:tags r:id="rId38"/>
            </p:custDataLst>
          </p:nvPr>
        </p:nvSpPr>
        <p:spPr>
          <a:xfrm>
            <a:off x="8976941" y="5418744"/>
            <a:ext cx="1084135" cy="4686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lang="en-US" sz="1350">
                <a:solidFill>
                  <a:srgbClr val="1A5E7A"/>
                </a:solidFill>
                <a:cs typeface="+mn-lt"/>
              </a:rPr>
              <a:t>DFM</a:t>
            </a:r>
            <a:r>
              <a:rPr lang="zh-CN" sz="1350">
                <a:solidFill>
                  <a:srgbClr val="1A5E7A"/>
                </a:solidFill>
                <a:cs typeface="+mn-lt"/>
              </a:rPr>
              <a:t>优化与生产文件输出</a:t>
            </a:r>
            <a:endParaRPr lang="zh-CN"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50" name="文本框 49"/>
          <p:cNvSpPr txBox="1"/>
          <p:nvPr>
            <p:custDataLst>
              <p:tags r:id="rId39"/>
            </p:custDataLst>
          </p:nvPr>
        </p:nvSpPr>
        <p:spPr>
          <a:xfrm>
            <a:off x="10634587" y="5217766"/>
            <a:ext cx="50728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b="1" spc="63">
                <a:solidFill>
                  <a:srgbClr val="7A9CAB"/>
                </a:solidFill>
                <a:cs typeface="+mn-lt"/>
              </a:rPr>
              <a:t>第</a:t>
            </a:r>
            <a:r>
              <a:rPr lang="en-US" altLang="zh-CN" sz="1050" b="1" spc="63">
                <a:solidFill>
                  <a:srgbClr val="7A9CAB"/>
                </a:solidFill>
                <a:cs typeface="+mn-lt"/>
              </a:rPr>
              <a:t>8</a:t>
            </a:r>
            <a:r>
              <a:rPr lang="zh-CN" altLang="en-US" sz="1050" b="1" spc="63">
                <a:solidFill>
                  <a:srgbClr val="7A9CAB"/>
                </a:solidFill>
                <a:cs typeface="+mn-lt"/>
              </a:rPr>
              <a:t>周</a:t>
            </a:r>
            <a:endParaRPr lang="zh-CN" altLang="en-US" sz="1050" b="1" spc="63">
              <a:solidFill>
                <a:srgbClr val="7A9CAB"/>
              </a:solidFill>
              <a:cs typeface="+mn-lt"/>
            </a:endParaRPr>
          </a:p>
        </p:txBody>
      </p:sp>
      <p:sp>
        <p:nvSpPr>
          <p:cNvPr id="51" name="文本框 50"/>
          <p:cNvSpPr txBox="1"/>
          <p:nvPr>
            <p:custDataLst>
              <p:tags r:id="rId40"/>
            </p:custDataLst>
          </p:nvPr>
        </p:nvSpPr>
        <p:spPr>
          <a:xfrm>
            <a:off x="10373840" y="5418744"/>
            <a:ext cx="1028776" cy="4686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8000"/>
              </a:lnSpc>
            </a:pPr>
            <a:r>
              <a:rPr sz="1350">
                <a:solidFill>
                  <a:srgbClr val="1A5E7A"/>
                </a:solidFill>
                <a:cs typeface="+mn-lt"/>
              </a:rPr>
              <a:t>项目总结与汇报</a:t>
            </a:r>
            <a:endParaRPr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53" name="任意多边形 52"/>
          <p:cNvSpPr/>
          <p:nvPr>
            <p:custDataLst>
              <p:tags r:id="rId41"/>
            </p:custDataLst>
          </p:nvPr>
        </p:nvSpPr>
        <p:spPr>
          <a:xfrm>
            <a:off x="461645" y="4655185"/>
            <a:ext cx="4505325" cy="2557780"/>
          </a:xfrm>
          <a:custGeom>
            <a:avLst/>
            <a:gdLst>
              <a:gd name="sw" fmla="*/ 1 w 7095"/>
              <a:gd name="sh" fmla="*/ 1 h 4027"/>
              <a:gd name="mins" fmla="min sw sh"/>
              <a:gd name="dsw" fmla="+- 0 sw mins"/>
              <a:gd name="dsh" fmla="+- 0 sh mins"/>
              <a:gd name="p0x0" fmla="*/ 120 w 7095"/>
              <a:gd name="p0y0" fmla="*/ 0 h 4027"/>
              <a:gd name="p0x1" fmla="*/ 6975 w 7095"/>
              <a:gd name="p0y1" fmla="*/ 0 h 4027"/>
              <a:gd name="p0x2" fmla="*/ 7041 w 7095"/>
              <a:gd name="p0y2" fmla="*/ 0 h 4027"/>
              <a:gd name="p0x3" fmla="*/ 7095 w 7095"/>
              <a:gd name="p0y3" fmla="*/ 53 h 4027"/>
              <a:gd name="p0x4" fmla="*/ 7095 w 7095"/>
              <a:gd name="p0y4" fmla="*/ 120 h 4027"/>
              <a:gd name="p0x5" fmla="*/ 7095 w 7095"/>
              <a:gd name="p0y5" fmla="*/ 3907 h 4027"/>
              <a:gd name="p0x6" fmla="*/ 7095 w 7095"/>
              <a:gd name="p0y6" fmla="*/ 3973 h 4027"/>
              <a:gd name="p0x7" fmla="*/ 7041 w 7095"/>
              <a:gd name="p0y7" fmla="*/ 4027 h 4027"/>
              <a:gd name="p0x8" fmla="*/ 6975 w 7095"/>
              <a:gd name="p0y8" fmla="*/ 4027 h 4027"/>
              <a:gd name="p0x9" fmla="*/ 120 w 7095"/>
              <a:gd name="p0y9" fmla="*/ 4027 h 4027"/>
              <a:gd name="p0x10" fmla="*/ 53 w 7095"/>
              <a:gd name="p0y10" fmla="*/ 4027 h 4027"/>
              <a:gd name="p0x11" fmla="*/ 0 w 7095"/>
              <a:gd name="p0y11" fmla="*/ 3973 h 4027"/>
              <a:gd name="p0x12" fmla="*/ 0 w 7095"/>
              <a:gd name="p0y12" fmla="*/ 3907 h 4027"/>
              <a:gd name="p0x13" fmla="*/ 0 w 7095"/>
              <a:gd name="p0y13" fmla="*/ 120 h 4027"/>
              <a:gd name="p0x14" fmla="*/ 0 w 7095"/>
              <a:gd name="p0y14" fmla="*/ 53 h 4027"/>
              <a:gd name="p0x15" fmla="*/ 53 w 7095"/>
              <a:gd name="p0y15" fmla="*/ 0 h 4027"/>
              <a:gd name="p0x16" fmla="*/ 120 w 7095"/>
              <a:gd name="p0y16" fmla="*/ 0 h 402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>
            <p:custDataLst>
              <p:tags r:id="rId42"/>
            </p:custDataLst>
          </p:nvPr>
        </p:nvSpPr>
        <p:spPr>
          <a:xfrm>
            <a:off x="657225" y="48507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723900" y="4917440"/>
            <a:ext cx="209550" cy="209550"/>
          </a:xfrm>
          <a:prstGeom prst="rect">
            <a:avLst/>
          </a:prstGeom>
          <a:noFill/>
        </p:spPr>
      </p:pic>
      <p:sp>
        <p:nvSpPr>
          <p:cNvPr id="58" name="文本框 57"/>
          <p:cNvSpPr txBox="1"/>
          <p:nvPr>
            <p:custDataLst>
              <p:tags r:id="rId46"/>
            </p:custDataLst>
          </p:nvPr>
        </p:nvSpPr>
        <p:spPr>
          <a:xfrm>
            <a:off x="657225" y="5193954"/>
            <a:ext cx="9144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D4A63"/>
                </a:solidFill>
                <a:cs typeface="+mn-lt"/>
              </a:rPr>
              <a:t>技术栈</a:t>
            </a:r>
            <a:endParaRPr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59" name="任意多边形 58"/>
          <p:cNvSpPr/>
          <p:nvPr>
            <p:custDataLst>
              <p:tags r:id="rId47"/>
            </p:custDataLst>
          </p:nvPr>
        </p:nvSpPr>
        <p:spPr>
          <a:xfrm>
            <a:off x="661670" y="5574665"/>
            <a:ext cx="1818005" cy="295275"/>
          </a:xfrm>
          <a:custGeom>
            <a:avLst/>
            <a:gdLst>
              <a:gd name="sw" fmla="*/ 1 w 2862"/>
              <a:gd name="sh" fmla="*/ 1 h 465"/>
              <a:gd name="mins" fmla="min sw sh"/>
              <a:gd name="dsw" fmla="+- 0 sw mins"/>
              <a:gd name="dsh" fmla="+- 0 sh mins"/>
              <a:gd name="p0x0" fmla="*/ 232 w 2862"/>
              <a:gd name="p0y0" fmla="*/ 0 h 465"/>
              <a:gd name="p0x1" fmla="*/ 2630 w 2862"/>
              <a:gd name="p0y1" fmla="*/ 0 h 465"/>
              <a:gd name="p0x2" fmla="*/ 2758 w 2862"/>
              <a:gd name="p0y2" fmla="*/ 0 h 465"/>
              <a:gd name="p0x3" fmla="*/ 2862 w 2862"/>
              <a:gd name="p0y3" fmla="*/ 104 h 465"/>
              <a:gd name="p0x4" fmla="*/ 2862 w 2862"/>
              <a:gd name="p0y4" fmla="*/ 232 h 465"/>
              <a:gd name="p0x5" fmla="*/ 2862 w 2862"/>
              <a:gd name="p0y5" fmla="*/ 360 h 465"/>
              <a:gd name="p0x6" fmla="*/ 2758 w 2862"/>
              <a:gd name="p0y6" fmla="*/ 465 h 465"/>
              <a:gd name="p0x7" fmla="*/ 2630 w 2862"/>
              <a:gd name="p0y7" fmla="*/ 465 h 465"/>
              <a:gd name="p0x8" fmla="*/ 232 w 2862"/>
              <a:gd name="p0y8" fmla="*/ 465 h 465"/>
              <a:gd name="p0x9" fmla="*/ 104 w 2862"/>
              <a:gd name="p0y9" fmla="*/ 465 h 465"/>
              <a:gd name="p0x10" fmla="*/ 0 w 2862"/>
              <a:gd name="p0y10" fmla="*/ 360 h 465"/>
              <a:gd name="p0x11" fmla="*/ 0 w 2862"/>
              <a:gd name="p0y11" fmla="*/ 232 h 465"/>
              <a:gd name="p0x12" fmla="*/ 0 w 2862"/>
              <a:gd name="p0y12" fmla="*/ 104 h 465"/>
              <a:gd name="p0x13" fmla="*/ 104 w 2862"/>
              <a:gd name="p0y13" fmla="*/ 0 h 465"/>
              <a:gd name="p0x14" fmla="*/ 232 w 2862"/>
              <a:gd name="p0y14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>
            <p:custDataLst>
              <p:tags r:id="rId48"/>
            </p:custDataLst>
          </p:nvPr>
        </p:nvSpPr>
        <p:spPr>
          <a:xfrm>
            <a:off x="800100" y="5625436"/>
            <a:ext cx="1713014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rgbClr val="0D4A63"/>
                </a:solidFill>
                <a:cs typeface="+mn-lt"/>
              </a:rPr>
              <a:t>KiCad 8.0</a:t>
            </a:r>
            <a:r>
              <a:rPr sz="375"/>
              <a:t> </a:t>
            </a:r>
            <a:r>
              <a:rPr lang="en-US" sz="1350">
                <a:solidFill>
                  <a:srgbClr val="4A7A8F"/>
                </a:solidFill>
                <a:cs typeface="+mn-lt"/>
              </a:rPr>
              <a:t>PCB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设计</a:t>
            </a:r>
            <a:endParaRPr lang="zh-CN" altLang="en-US"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61" name="任意多边形 60"/>
          <p:cNvSpPr/>
          <p:nvPr>
            <p:custDataLst>
              <p:tags r:id="rId49"/>
            </p:custDataLst>
          </p:nvPr>
        </p:nvSpPr>
        <p:spPr>
          <a:xfrm>
            <a:off x="2565400" y="5574665"/>
            <a:ext cx="2005330" cy="295275"/>
          </a:xfrm>
          <a:custGeom>
            <a:avLst/>
            <a:gdLst>
              <a:gd name="sw" fmla="*/ 1 w 3158"/>
              <a:gd name="sh" fmla="*/ 1 h 465"/>
              <a:gd name="mins" fmla="min sw sh"/>
              <a:gd name="dsw" fmla="+- 0 sw mins"/>
              <a:gd name="dsh" fmla="+- 0 sh mins"/>
              <a:gd name="p0x0" fmla="*/ 232 w 3158"/>
              <a:gd name="p0y0" fmla="*/ 0 h 465"/>
              <a:gd name="p0x1" fmla="*/ 2925 w 3158"/>
              <a:gd name="p0y1" fmla="*/ 0 h 465"/>
              <a:gd name="p0x2" fmla="*/ 3054 w 3158"/>
              <a:gd name="p0y2" fmla="*/ 0 h 465"/>
              <a:gd name="p0x3" fmla="*/ 3158 w 3158"/>
              <a:gd name="p0y3" fmla="*/ 104 h 465"/>
              <a:gd name="p0x4" fmla="*/ 3158 w 3158"/>
              <a:gd name="p0y4" fmla="*/ 232 h 465"/>
              <a:gd name="p0x5" fmla="*/ 3158 w 3158"/>
              <a:gd name="p0y5" fmla="*/ 360 h 465"/>
              <a:gd name="p0x6" fmla="*/ 3054 w 3158"/>
              <a:gd name="p0y6" fmla="*/ 465 h 465"/>
              <a:gd name="p0x7" fmla="*/ 2925 w 3158"/>
              <a:gd name="p0y7" fmla="*/ 465 h 465"/>
              <a:gd name="p0x8" fmla="*/ 232 w 3158"/>
              <a:gd name="p0y8" fmla="*/ 465 h 465"/>
              <a:gd name="p0x9" fmla="*/ 104 w 3158"/>
              <a:gd name="p0y9" fmla="*/ 465 h 465"/>
              <a:gd name="p0x10" fmla="*/ 0 w 3158"/>
              <a:gd name="p0y10" fmla="*/ 360 h 465"/>
              <a:gd name="p0x11" fmla="*/ 0 w 3158"/>
              <a:gd name="p0y11" fmla="*/ 232 h 465"/>
              <a:gd name="p0x12" fmla="*/ 0 w 3158"/>
              <a:gd name="p0y12" fmla="*/ 104 h 465"/>
              <a:gd name="p0x13" fmla="*/ 104 w 3158"/>
              <a:gd name="p0y13" fmla="*/ 0 h 465"/>
              <a:gd name="p0x14" fmla="*/ 232 w 3158"/>
              <a:gd name="p0y14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>
            <p:custDataLst>
              <p:tags r:id="rId50"/>
            </p:custDataLst>
          </p:nvPr>
        </p:nvSpPr>
        <p:spPr>
          <a:xfrm>
            <a:off x="2703614" y="5625436"/>
            <a:ext cx="1900761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rgbClr val="0D4A63"/>
                </a:solidFill>
                <a:cs typeface="+mn-lt"/>
              </a:rPr>
              <a:t>LTspice XVII</a:t>
            </a:r>
            <a:r>
              <a:rPr sz="375"/>
              <a:t> </a:t>
            </a:r>
            <a:r>
              <a:rPr sz="1350">
                <a:solidFill>
                  <a:srgbClr val="4A7A8F"/>
                </a:solidFill>
                <a:cs typeface="+mn-lt"/>
              </a:rPr>
              <a:t>电路仿真</a:t>
            </a:r>
            <a:endParaRPr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63" name="任意多边形 62"/>
          <p:cNvSpPr/>
          <p:nvPr>
            <p:custDataLst>
              <p:tags r:id="rId51"/>
            </p:custDataLst>
          </p:nvPr>
        </p:nvSpPr>
        <p:spPr>
          <a:xfrm>
            <a:off x="661670" y="5955665"/>
            <a:ext cx="2064385" cy="295275"/>
          </a:xfrm>
          <a:custGeom>
            <a:avLst/>
            <a:gdLst>
              <a:gd name="sw" fmla="*/ 1 w 3251"/>
              <a:gd name="sh" fmla="*/ 1 h 465"/>
              <a:gd name="mins" fmla="min sw sh"/>
              <a:gd name="dsw" fmla="+- 0 sw mins"/>
              <a:gd name="dsh" fmla="+- 0 sh mins"/>
              <a:gd name="p0x0" fmla="*/ 232 w 3251"/>
              <a:gd name="p0y0" fmla="*/ 0 h 465"/>
              <a:gd name="p0x1" fmla="*/ 3018 w 3251"/>
              <a:gd name="p0y1" fmla="*/ 0 h 465"/>
              <a:gd name="p0x2" fmla="*/ 3147 w 3251"/>
              <a:gd name="p0y2" fmla="*/ 0 h 465"/>
              <a:gd name="p0x3" fmla="*/ 3251 w 3251"/>
              <a:gd name="p0y3" fmla="*/ 104 h 465"/>
              <a:gd name="p0x4" fmla="*/ 3251 w 3251"/>
              <a:gd name="p0y4" fmla="*/ 232 h 465"/>
              <a:gd name="p0x5" fmla="*/ 3251 w 3251"/>
              <a:gd name="p0y5" fmla="*/ 360 h 465"/>
              <a:gd name="p0x6" fmla="*/ 3147 w 3251"/>
              <a:gd name="p0y6" fmla="*/ 465 h 465"/>
              <a:gd name="p0x7" fmla="*/ 3018 w 3251"/>
              <a:gd name="p0y7" fmla="*/ 465 h 465"/>
              <a:gd name="p0x8" fmla="*/ 232 w 3251"/>
              <a:gd name="p0y8" fmla="*/ 465 h 465"/>
              <a:gd name="p0x9" fmla="*/ 104 w 3251"/>
              <a:gd name="p0y9" fmla="*/ 465 h 465"/>
              <a:gd name="p0x10" fmla="*/ 0 w 3251"/>
              <a:gd name="p0y10" fmla="*/ 360 h 465"/>
              <a:gd name="p0x11" fmla="*/ 0 w 3251"/>
              <a:gd name="p0y11" fmla="*/ 232 h 465"/>
              <a:gd name="p0x12" fmla="*/ 0 w 3251"/>
              <a:gd name="p0y12" fmla="*/ 104 h 465"/>
              <a:gd name="p0x13" fmla="*/ 104 w 3251"/>
              <a:gd name="p0y13" fmla="*/ 0 h 465"/>
              <a:gd name="p0x14" fmla="*/ 232 w 3251"/>
              <a:gd name="p0y14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>
            <p:custDataLst>
              <p:tags r:id="rId52"/>
            </p:custDataLst>
          </p:nvPr>
        </p:nvSpPr>
        <p:spPr>
          <a:xfrm>
            <a:off x="800100" y="6006436"/>
            <a:ext cx="1959921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rgbClr val="0D4A63"/>
                </a:solidFill>
                <a:cs typeface="+mn-lt"/>
              </a:rPr>
              <a:t>FreeCAD 0.21</a:t>
            </a:r>
            <a:r>
              <a:rPr sz="375"/>
              <a:t> </a:t>
            </a:r>
            <a:r>
              <a:rPr lang="en-US" sz="1350">
                <a:solidFill>
                  <a:srgbClr val="4A7A8F"/>
                </a:solidFill>
                <a:cs typeface="+mn-lt"/>
              </a:rPr>
              <a:t>3D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建模</a:t>
            </a:r>
            <a:endParaRPr lang="zh-CN" altLang="en-US"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65" name="任意多边形 64"/>
          <p:cNvSpPr/>
          <p:nvPr>
            <p:custDataLst>
              <p:tags r:id="rId53"/>
            </p:custDataLst>
          </p:nvPr>
        </p:nvSpPr>
        <p:spPr>
          <a:xfrm>
            <a:off x="661670" y="6336665"/>
            <a:ext cx="2026285" cy="295275"/>
          </a:xfrm>
          <a:custGeom>
            <a:avLst/>
            <a:gdLst>
              <a:gd name="sw" fmla="*/ 1 w 3190"/>
              <a:gd name="sh" fmla="*/ 1 h 465"/>
              <a:gd name="mins" fmla="min sw sh"/>
              <a:gd name="dsw" fmla="+- 0 sw mins"/>
              <a:gd name="dsh" fmla="+- 0 sh mins"/>
              <a:gd name="p0x0" fmla="*/ 232 w 3190"/>
              <a:gd name="p0y0" fmla="*/ 0 h 465"/>
              <a:gd name="p0x1" fmla="*/ 2958 w 3190"/>
              <a:gd name="p0y1" fmla="*/ 0 h 465"/>
              <a:gd name="p0x2" fmla="*/ 3086 w 3190"/>
              <a:gd name="p0y2" fmla="*/ 0 h 465"/>
              <a:gd name="p0x3" fmla="*/ 3190 w 3190"/>
              <a:gd name="p0y3" fmla="*/ 104 h 465"/>
              <a:gd name="p0x4" fmla="*/ 3190 w 3190"/>
              <a:gd name="p0y4" fmla="*/ 232 h 465"/>
              <a:gd name="p0x5" fmla="*/ 3190 w 3190"/>
              <a:gd name="p0y5" fmla="*/ 360 h 465"/>
              <a:gd name="p0x6" fmla="*/ 3086 w 3190"/>
              <a:gd name="p0y6" fmla="*/ 465 h 465"/>
              <a:gd name="p0x7" fmla="*/ 2958 w 3190"/>
              <a:gd name="p0y7" fmla="*/ 465 h 465"/>
              <a:gd name="p0x8" fmla="*/ 232 w 3190"/>
              <a:gd name="p0y8" fmla="*/ 465 h 465"/>
              <a:gd name="p0x9" fmla="*/ 104 w 3190"/>
              <a:gd name="p0y9" fmla="*/ 465 h 465"/>
              <a:gd name="p0x10" fmla="*/ 0 w 3190"/>
              <a:gd name="p0y10" fmla="*/ 360 h 465"/>
              <a:gd name="p0x11" fmla="*/ 0 w 3190"/>
              <a:gd name="p0y11" fmla="*/ 232 h 465"/>
              <a:gd name="p0x12" fmla="*/ 0 w 3190"/>
              <a:gd name="p0y12" fmla="*/ 104 h 465"/>
              <a:gd name="p0x13" fmla="*/ 104 w 3190"/>
              <a:gd name="p0y13" fmla="*/ 0 h 465"/>
              <a:gd name="p0x14" fmla="*/ 232 w 3190"/>
              <a:gd name="p0y14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54"/>
            </p:custDataLst>
          </p:nvPr>
        </p:nvSpPr>
        <p:spPr>
          <a:xfrm>
            <a:off x="800100" y="6387436"/>
            <a:ext cx="1921373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rgbClr val="0D4A63"/>
                </a:solidFill>
                <a:cs typeface="+mn-lt"/>
              </a:rPr>
              <a:t>Git + GitHub</a:t>
            </a:r>
            <a:r>
              <a:rPr sz="375"/>
              <a:t> </a:t>
            </a:r>
            <a:r>
              <a:rPr sz="1350">
                <a:solidFill>
                  <a:srgbClr val="4A7A8F"/>
                </a:solidFill>
                <a:cs typeface="+mn-lt"/>
              </a:rPr>
              <a:t>版本控制</a:t>
            </a:r>
            <a:endParaRPr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67" name="任意多边形 66"/>
          <p:cNvSpPr/>
          <p:nvPr>
            <p:custDataLst>
              <p:tags r:id="rId55"/>
            </p:custDataLst>
          </p:nvPr>
        </p:nvSpPr>
        <p:spPr>
          <a:xfrm>
            <a:off x="661670" y="6717665"/>
            <a:ext cx="2320925" cy="295275"/>
          </a:xfrm>
          <a:custGeom>
            <a:avLst/>
            <a:gdLst>
              <a:gd name="sw" fmla="*/ 1 w 3654"/>
              <a:gd name="sh" fmla="*/ 1 h 465"/>
              <a:gd name="mins" fmla="min sw sh"/>
              <a:gd name="dsw" fmla="+- 0 sw mins"/>
              <a:gd name="dsh" fmla="+- 0 sh mins"/>
              <a:gd name="p0x0" fmla="*/ 232 w 3654"/>
              <a:gd name="p0y0" fmla="*/ 0 h 465"/>
              <a:gd name="p0x1" fmla="*/ 3422 w 3654"/>
              <a:gd name="p0y1" fmla="*/ 0 h 465"/>
              <a:gd name="p0x2" fmla="*/ 3550 w 3654"/>
              <a:gd name="p0y2" fmla="*/ 0 h 465"/>
              <a:gd name="p0x3" fmla="*/ 3654 w 3654"/>
              <a:gd name="p0y3" fmla="*/ 104 h 465"/>
              <a:gd name="p0x4" fmla="*/ 3654 w 3654"/>
              <a:gd name="p0y4" fmla="*/ 232 h 465"/>
              <a:gd name="p0x5" fmla="*/ 3654 w 3654"/>
              <a:gd name="p0y5" fmla="*/ 360 h 465"/>
              <a:gd name="p0x6" fmla="*/ 3550 w 3654"/>
              <a:gd name="p0y6" fmla="*/ 465 h 465"/>
              <a:gd name="p0x7" fmla="*/ 3422 w 3654"/>
              <a:gd name="p0y7" fmla="*/ 465 h 465"/>
              <a:gd name="p0x8" fmla="*/ 232 w 3654"/>
              <a:gd name="p0y8" fmla="*/ 465 h 465"/>
              <a:gd name="p0x9" fmla="*/ 104 w 3654"/>
              <a:gd name="p0y9" fmla="*/ 465 h 465"/>
              <a:gd name="p0x10" fmla="*/ 0 w 3654"/>
              <a:gd name="p0y10" fmla="*/ 360 h 465"/>
              <a:gd name="p0x11" fmla="*/ 0 w 3654"/>
              <a:gd name="p0y11" fmla="*/ 232 h 465"/>
              <a:gd name="p0x12" fmla="*/ 0 w 3654"/>
              <a:gd name="p0y12" fmla="*/ 104 h 465"/>
              <a:gd name="p0x13" fmla="*/ 104 w 3654"/>
              <a:gd name="p0y13" fmla="*/ 0 h 465"/>
              <a:gd name="p0x14" fmla="*/ 232 w 3654"/>
              <a:gd name="p0y14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>
            <p:custDataLst>
              <p:tags r:id="rId56"/>
            </p:custDataLst>
          </p:nvPr>
        </p:nvSpPr>
        <p:spPr>
          <a:xfrm>
            <a:off x="800100" y="6768436"/>
            <a:ext cx="2215896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350" b="1">
                <a:solidFill>
                  <a:srgbClr val="0D4A63"/>
                </a:solidFill>
                <a:cs typeface="+mn-lt"/>
              </a:rPr>
              <a:t>嘉立创</a:t>
            </a:r>
            <a:r>
              <a:rPr lang="en-US" altLang="zh-CN" sz="1350" b="1">
                <a:solidFill>
                  <a:srgbClr val="0D4A63"/>
                </a:solidFill>
                <a:cs typeface="+mn-lt"/>
              </a:rPr>
              <a:t>DFM</a:t>
            </a:r>
            <a:r>
              <a:rPr lang="zh-CN" altLang="en-US" sz="1350" b="1">
                <a:solidFill>
                  <a:srgbClr val="0D4A63"/>
                </a:solidFill>
                <a:cs typeface="+mn-lt"/>
              </a:rPr>
              <a:t>助手</a:t>
            </a:r>
            <a:r>
              <a:rPr sz="375"/>
              <a:t> </a:t>
            </a:r>
            <a:r>
              <a:rPr lang="en-US" sz="1350">
                <a:solidFill>
                  <a:srgbClr val="4A7A8F"/>
                </a:solidFill>
                <a:cs typeface="+mn-lt"/>
              </a:rPr>
              <a:t>DFM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检查</a:t>
            </a:r>
            <a:endParaRPr lang="zh-CN" altLang="en-US"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54" name="任意多边形 53"/>
          <p:cNvSpPr/>
          <p:nvPr>
            <p:custDataLst>
              <p:tags r:id="rId57"/>
            </p:custDataLst>
          </p:nvPr>
        </p:nvSpPr>
        <p:spPr>
          <a:xfrm>
            <a:off x="483443" y="4660265"/>
            <a:ext cx="4462364" cy="28575"/>
          </a:xfrm>
          <a:custGeom>
            <a:avLst/>
            <a:gdLst>
              <a:gd name="sw" fmla="*/ 1 w 7080"/>
              <a:gd name="sh" fmla="*/ 1 h 45"/>
              <a:gd name="mins" fmla="min sw sh"/>
              <a:gd name="dsw" fmla="+- 0 sw mins"/>
              <a:gd name="dsh" fmla="+- 0 sh mins"/>
              <a:gd name="p0x0" fmla="*/ 45 w 7080"/>
              <a:gd name="p0y0" fmla="*/ 0 h 45"/>
              <a:gd name="p0x1" fmla="*/ 7035 w 7080"/>
              <a:gd name="p0y1" fmla="*/ 0 h 45"/>
              <a:gd name="p0x2" fmla="*/ 7059 w 7080"/>
              <a:gd name="p0y2" fmla="*/ 0 h 45"/>
              <a:gd name="p0x3" fmla="*/ 7080 w 7080"/>
              <a:gd name="p0y3" fmla="*/ 20 h 45"/>
              <a:gd name="p0x4" fmla="*/ 7080 w 7080"/>
              <a:gd name="p0y4" fmla="*/ 45 h 45"/>
              <a:gd name="p0x5" fmla="*/ 0 w 7080"/>
              <a:gd name="p0y5" fmla="*/ 45 h 45"/>
              <a:gd name="p0x6" fmla="*/ 0 w 7080"/>
              <a:gd name="p0y6" fmla="*/ 20 h 45"/>
              <a:gd name="p0x7" fmla="*/ 20 w 7080"/>
              <a:gd name="p0y7" fmla="*/ 0 h 45"/>
              <a:gd name="p0x8" fmla="*/ 45 w 7080"/>
              <a:gd name="p0y8" fmla="*/ 0 h 45"/>
            </a:gdLst>
            <a:ahLst/>
            <a:cxnLst/>
            <a:pathLst>
              <a:path w="7027" h="45">
                <a:moveTo>
                  <a:pt x="94" y="0"/>
                </a:moveTo>
                <a:lnTo>
                  <a:pt x="6934" y="0"/>
                </a:lnTo>
                <a:cubicBezTo>
                  <a:pt x="6971" y="-3"/>
                  <a:pt x="7014" y="25"/>
                  <a:pt x="702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70" name="任意多边形 69"/>
          <p:cNvSpPr/>
          <p:nvPr>
            <p:custDataLst>
              <p:tags r:id="rId58"/>
            </p:custDataLst>
          </p:nvPr>
        </p:nvSpPr>
        <p:spPr>
          <a:xfrm>
            <a:off x="5166995" y="4655185"/>
            <a:ext cx="6562725" cy="2557780"/>
          </a:xfrm>
          <a:custGeom>
            <a:avLst/>
            <a:gdLst>
              <a:gd name="sw" fmla="*/ 1 w 10335"/>
              <a:gd name="sh" fmla="*/ 1 h 4027"/>
              <a:gd name="mins" fmla="min sw sh"/>
              <a:gd name="dsw" fmla="+- 0 sw mins"/>
              <a:gd name="dsh" fmla="+- 0 sh mins"/>
              <a:gd name="p0x0" fmla="*/ 120 w 10335"/>
              <a:gd name="p0y0" fmla="*/ 0 h 4027"/>
              <a:gd name="p0x1" fmla="*/ 10215 w 10335"/>
              <a:gd name="p0y1" fmla="*/ 0 h 4027"/>
              <a:gd name="p0x2" fmla="*/ 10281 w 10335"/>
              <a:gd name="p0y2" fmla="*/ 0 h 4027"/>
              <a:gd name="p0x3" fmla="*/ 10335 w 10335"/>
              <a:gd name="p0y3" fmla="*/ 53 h 4027"/>
              <a:gd name="p0x4" fmla="*/ 10335 w 10335"/>
              <a:gd name="p0y4" fmla="*/ 120 h 4027"/>
              <a:gd name="p0x5" fmla="*/ 10335 w 10335"/>
              <a:gd name="p0y5" fmla="*/ 3907 h 4027"/>
              <a:gd name="p0x6" fmla="*/ 10335 w 10335"/>
              <a:gd name="p0y6" fmla="*/ 3973 h 4027"/>
              <a:gd name="p0x7" fmla="*/ 10281 w 10335"/>
              <a:gd name="p0y7" fmla="*/ 4027 h 4027"/>
              <a:gd name="p0x8" fmla="*/ 10215 w 10335"/>
              <a:gd name="p0y8" fmla="*/ 4027 h 4027"/>
              <a:gd name="p0x9" fmla="*/ 120 w 10335"/>
              <a:gd name="p0y9" fmla="*/ 4027 h 4027"/>
              <a:gd name="p0x10" fmla="*/ 53 w 10335"/>
              <a:gd name="p0y10" fmla="*/ 4027 h 4027"/>
              <a:gd name="p0x11" fmla="*/ 0 w 10335"/>
              <a:gd name="p0y11" fmla="*/ 3973 h 4027"/>
              <a:gd name="p0x12" fmla="*/ 0 w 10335"/>
              <a:gd name="p0y12" fmla="*/ 3907 h 4027"/>
              <a:gd name="p0x13" fmla="*/ 0 w 10335"/>
              <a:gd name="p0y13" fmla="*/ 120 h 4027"/>
              <a:gd name="p0x14" fmla="*/ 0 w 10335"/>
              <a:gd name="p0y14" fmla="*/ 53 h 4027"/>
              <a:gd name="p0x15" fmla="*/ 53 w 10335"/>
              <a:gd name="p0y15" fmla="*/ 0 h 4027"/>
              <a:gd name="p0x16" fmla="*/ 120 w 10335"/>
              <a:gd name="p0y16" fmla="*/ 0 h 402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任意多边形 71"/>
          <p:cNvSpPr/>
          <p:nvPr>
            <p:custDataLst>
              <p:tags r:id="rId59"/>
            </p:custDataLst>
          </p:nvPr>
        </p:nvSpPr>
        <p:spPr>
          <a:xfrm>
            <a:off x="5362575" y="48507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3" name="图片 72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5429250" y="4917440"/>
            <a:ext cx="209550" cy="209550"/>
          </a:xfrm>
          <a:prstGeom prst="rect">
            <a:avLst/>
          </a:prstGeom>
          <a:noFill/>
        </p:spPr>
      </p:pic>
      <p:sp>
        <p:nvSpPr>
          <p:cNvPr id="75" name="文本框 74"/>
          <p:cNvSpPr txBox="1"/>
          <p:nvPr>
            <p:custDataLst>
              <p:tags r:id="rId63"/>
            </p:custDataLst>
          </p:nvPr>
        </p:nvSpPr>
        <p:spPr>
          <a:xfrm>
            <a:off x="5362575" y="5193954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0D4A63"/>
                </a:solidFill>
                <a:cs typeface="+mn-lt"/>
              </a:rPr>
              <a:t>核心成果</a:t>
            </a:r>
            <a:endParaRPr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76" name="文本框 75"/>
          <p:cNvSpPr txBox="1"/>
          <p:nvPr>
            <p:custDataLst>
              <p:tags r:id="rId64"/>
            </p:custDataLst>
          </p:nvPr>
        </p:nvSpPr>
        <p:spPr>
          <a:xfrm>
            <a:off x="5362575" y="5768311"/>
            <a:ext cx="6172200" cy="1051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350">
                <a:solidFill>
                  <a:srgbClr val="1A5E7A"/>
                </a:solidFill>
                <a:cs typeface="+mn-lt"/>
              </a:rPr>
              <a:t>产出完整设计文件包，涵盖</a:t>
            </a:r>
            <a:r>
              <a:rPr lang="en-US" altLang="zh-CN" sz="1350">
                <a:solidFill>
                  <a:srgbClr val="1A5E7A"/>
                </a:solidFill>
                <a:cs typeface="+mn-lt"/>
              </a:rPr>
              <a:t> </a:t>
            </a:r>
            <a:r>
              <a:rPr lang="zh-CN" altLang="zh-CN" sz="1350" b="1">
                <a:solidFill>
                  <a:srgbClr val="2AA4D0"/>
                </a:solidFill>
                <a:cs typeface="+mn-lt"/>
              </a:rPr>
              <a:t>产品需求分析报告、原理图工程文件、电源仿真报告、</a:t>
            </a:r>
            <a:r>
              <a:rPr lang="en-US" altLang="zh-CN" sz="1350" b="1">
                <a:solidFill>
                  <a:srgbClr val="2AA4D0"/>
                </a:solidFill>
                <a:cs typeface="+mn-lt"/>
              </a:rPr>
              <a:t>BOM</a:t>
            </a:r>
            <a:r>
              <a:rPr lang="zh-CN" altLang="en-US" sz="1350" b="1">
                <a:solidFill>
                  <a:srgbClr val="2AA4D0"/>
                </a:solidFill>
                <a:cs typeface="+mn-lt"/>
              </a:rPr>
              <a:t>清单、</a:t>
            </a:r>
            <a:r>
              <a:rPr lang="en-US" altLang="zh-CN" sz="1350" b="1">
                <a:solidFill>
                  <a:srgbClr val="2AA4D0"/>
                </a:solidFill>
                <a:cs typeface="+mn-lt"/>
              </a:rPr>
              <a:t>4</a:t>
            </a:r>
            <a:r>
              <a:rPr lang="zh-CN" altLang="en-US" sz="1350" b="1">
                <a:solidFill>
                  <a:srgbClr val="2AA4D0"/>
                </a:solidFill>
                <a:cs typeface="+mn-lt"/>
              </a:rPr>
              <a:t>层板叠层设计文档、</a:t>
            </a:r>
            <a:r>
              <a:rPr lang="en-US" altLang="zh-CN" sz="1350" b="1">
                <a:solidFill>
                  <a:srgbClr val="2AA4D0"/>
                </a:solidFill>
                <a:cs typeface="+mn-lt"/>
              </a:rPr>
              <a:t>PCB</a:t>
            </a:r>
            <a:r>
              <a:rPr lang="zh-CN" altLang="en-US" sz="1350" b="1">
                <a:solidFill>
                  <a:srgbClr val="2AA4D0"/>
                </a:solidFill>
                <a:cs typeface="+mn-lt"/>
              </a:rPr>
              <a:t>布局布线文件、</a:t>
            </a:r>
            <a:r>
              <a:rPr lang="en-US" altLang="zh-CN" sz="1350" b="1">
                <a:solidFill>
                  <a:srgbClr val="2AA4D0"/>
                </a:solidFill>
                <a:cs typeface="+mn-lt"/>
              </a:rPr>
              <a:t>DRC/SI/PI/DFM</a:t>
            </a:r>
            <a:r>
              <a:rPr lang="zh-CN" altLang="en-US" sz="1350" b="1">
                <a:solidFill>
                  <a:srgbClr val="2AA4D0"/>
                </a:solidFill>
                <a:cs typeface="+mn-lt"/>
              </a:rPr>
              <a:t>检查报告</a:t>
            </a:r>
            <a:r>
              <a:rPr lang="en-US" sz="1350">
                <a:solidFill>
                  <a:srgbClr val="1A5E7A"/>
                </a:solidFill>
                <a:cs typeface="+mn-lt"/>
              </a:rPr>
              <a:t> </a:t>
            </a:r>
            <a:r>
              <a:rPr lang="zh-CN" sz="1350">
                <a:solidFill>
                  <a:srgbClr val="1A5E7A"/>
                </a:solidFill>
                <a:cs typeface="+mn-lt"/>
              </a:rPr>
              <a:t>及生产文件包（</a:t>
            </a:r>
            <a:r>
              <a:rPr lang="en-US" sz="1350" b="1">
                <a:solidFill>
                  <a:srgbClr val="2AA4D0"/>
                </a:solidFill>
                <a:cs typeface="+mn-lt"/>
              </a:rPr>
              <a:t>Gerber</a:t>
            </a:r>
            <a:r>
              <a:rPr lang="zh-CN" altLang="en-US" sz="1350" b="1">
                <a:solidFill>
                  <a:srgbClr val="2AA4D0"/>
                </a:solidFill>
                <a:cs typeface="+mn-lt"/>
              </a:rPr>
              <a:t>、钻孔、钢网、贴片坐标</a:t>
            </a:r>
            <a:r>
              <a:rPr sz="1350">
                <a:solidFill>
                  <a:srgbClr val="1A5E7A"/>
                </a:solidFill>
                <a:cs typeface="+mn-lt"/>
              </a:rPr>
              <a:t>），所有设计文件均符合专业硬件研发中心工作流程与质量标准。</a:t>
            </a:r>
            <a:endParaRPr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71" name="任意多边形 70"/>
          <p:cNvSpPr/>
          <p:nvPr>
            <p:custDataLst>
              <p:tags r:id="rId65"/>
            </p:custDataLst>
          </p:nvPr>
        </p:nvSpPr>
        <p:spPr>
          <a:xfrm>
            <a:off x="5188793" y="4660265"/>
            <a:ext cx="6519764" cy="28575"/>
          </a:xfrm>
          <a:custGeom>
            <a:avLst/>
            <a:gdLst>
              <a:gd name="sw" fmla="*/ 1 w 10320"/>
              <a:gd name="sh" fmla="*/ 1 h 45"/>
              <a:gd name="mins" fmla="min sw sh"/>
              <a:gd name="dsw" fmla="+- 0 sw mins"/>
              <a:gd name="dsh" fmla="+- 0 sh mins"/>
              <a:gd name="p0x0" fmla="*/ 45 w 10320"/>
              <a:gd name="p0y0" fmla="*/ 0 h 45"/>
              <a:gd name="p0x1" fmla="*/ 10275 w 10320"/>
              <a:gd name="p0y1" fmla="*/ 0 h 45"/>
              <a:gd name="p0x2" fmla="*/ 10299 w 10320"/>
              <a:gd name="p0y2" fmla="*/ 0 h 45"/>
              <a:gd name="p0x3" fmla="*/ 10320 w 10320"/>
              <a:gd name="p0y3" fmla="*/ 20 h 45"/>
              <a:gd name="p0x4" fmla="*/ 10320 w 10320"/>
              <a:gd name="p0y4" fmla="*/ 45 h 45"/>
              <a:gd name="p0x5" fmla="*/ 0 w 10320"/>
              <a:gd name="p0y5" fmla="*/ 45 h 45"/>
              <a:gd name="p0x6" fmla="*/ 0 w 10320"/>
              <a:gd name="p0y6" fmla="*/ 20 h 45"/>
              <a:gd name="p0x7" fmla="*/ 20 w 10320"/>
              <a:gd name="p0y7" fmla="*/ 0 h 45"/>
              <a:gd name="p0x8" fmla="*/ 45 w 10320"/>
              <a:gd name="p0y8" fmla="*/ 0 h 45"/>
            </a:gdLst>
            <a:ahLst/>
            <a:cxnLst/>
            <a:pathLst>
              <a:path w="10267" h="45">
                <a:moveTo>
                  <a:pt x="94" y="0"/>
                </a:moveTo>
                <a:lnTo>
                  <a:pt x="10174" y="0"/>
                </a:lnTo>
                <a:cubicBezTo>
                  <a:pt x="10211" y="-3"/>
                  <a:pt x="10254" y="25"/>
                  <a:pt x="1026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>
            <p:custDataLst>
              <p:tags r:id="rId66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67"/>
            </p:custDataLst>
          </p:nvPr>
        </p:nvSpPr>
        <p:spPr>
          <a:xfrm>
            <a:off x="609600" y="433388"/>
            <a:ext cx="4428754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1A5E7A"/>
                </a:solidFill>
                <a:cs typeface="+mn-lt"/>
              </a:rPr>
              <a:t>8</a:t>
            </a:r>
            <a:r>
              <a:rPr lang="zh-CN" sz="3000" b="1">
                <a:solidFill>
                  <a:srgbClr val="1A5E7A"/>
                </a:solidFill>
                <a:cs typeface="+mn-lt"/>
              </a:rPr>
              <a:t>周项目全流程闭环回顾</a:t>
            </a:r>
            <a:endParaRPr lang="zh-CN" sz="3000" b="1">
              <a:solidFill>
                <a:srgbClr val="1A5E7A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433388"/>
            <a:ext cx="4572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A5E7A"/>
                </a:solidFill>
                <a:cs typeface="+mn-lt"/>
              </a:rPr>
              <a:t>需求分析与核心器件选型</a:t>
            </a:r>
            <a:endParaRPr sz="30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461645" y="1128395"/>
            <a:ext cx="3228975" cy="1504950"/>
          </a:xfrm>
          <a:custGeom>
            <a:avLst/>
            <a:gdLst>
              <a:gd name="sw" fmla="*/ 1 w 5085"/>
              <a:gd name="sh" fmla="*/ 1 h 2370"/>
              <a:gd name="mins" fmla="min sw sh"/>
              <a:gd name="dsw" fmla="+- 0 sw mins"/>
              <a:gd name="dsh" fmla="+- 0 sh mins"/>
              <a:gd name="p0x0" fmla="*/ 120 w 5085"/>
              <a:gd name="p0y0" fmla="*/ 0 h 2370"/>
              <a:gd name="p0x1" fmla="*/ 4965 w 5085"/>
              <a:gd name="p0y1" fmla="*/ 0 h 2370"/>
              <a:gd name="p0x2" fmla="*/ 5031 w 5085"/>
              <a:gd name="p0y2" fmla="*/ 0 h 2370"/>
              <a:gd name="p0x3" fmla="*/ 5085 w 5085"/>
              <a:gd name="p0y3" fmla="*/ 53 h 2370"/>
              <a:gd name="p0x4" fmla="*/ 5085 w 5085"/>
              <a:gd name="p0y4" fmla="*/ 120 h 2370"/>
              <a:gd name="p0x5" fmla="*/ 5085 w 5085"/>
              <a:gd name="p0y5" fmla="*/ 2250 h 2370"/>
              <a:gd name="p0x6" fmla="*/ 5085 w 5085"/>
              <a:gd name="p0y6" fmla="*/ 2316 h 2370"/>
              <a:gd name="p0x7" fmla="*/ 5031 w 5085"/>
              <a:gd name="p0y7" fmla="*/ 2370 h 2370"/>
              <a:gd name="p0x8" fmla="*/ 4965 w 5085"/>
              <a:gd name="p0y8" fmla="*/ 2370 h 2370"/>
              <a:gd name="p0x9" fmla="*/ 120 w 5085"/>
              <a:gd name="p0y9" fmla="*/ 2370 h 2370"/>
              <a:gd name="p0x10" fmla="*/ 53 w 5085"/>
              <a:gd name="p0y10" fmla="*/ 2370 h 2370"/>
              <a:gd name="p0x11" fmla="*/ 0 w 5085"/>
              <a:gd name="p0y11" fmla="*/ 2316 h 2370"/>
              <a:gd name="p0x12" fmla="*/ 0 w 5085"/>
              <a:gd name="p0y12" fmla="*/ 2250 h 2370"/>
              <a:gd name="p0x13" fmla="*/ 0 w 5085"/>
              <a:gd name="p0y13" fmla="*/ 120 h 2370"/>
              <a:gd name="p0x14" fmla="*/ 0 w 5085"/>
              <a:gd name="p0y14" fmla="*/ 53 h 2370"/>
              <a:gd name="p0x15" fmla="*/ 53 w 5085"/>
              <a:gd name="p0y15" fmla="*/ 0 h 2370"/>
              <a:gd name="p0x16" fmla="*/ 120 w 5085"/>
              <a:gd name="p0y16" fmla="*/ 0 h 23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57225" y="1285875"/>
            <a:ext cx="28384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4A7A8F"/>
                </a:solidFill>
                <a:cs typeface="+mn-lt"/>
              </a:rPr>
              <a:t>调研覆盖</a:t>
            </a:r>
            <a:endParaRPr sz="1200" b="1" spc="72">
              <a:solidFill>
                <a:srgbClr val="4A7A8F"/>
              </a:solidFill>
              <a:cs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57225" y="1547813"/>
            <a:ext cx="277638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1A5E7A"/>
                </a:solidFill>
                <a:cs typeface="+mn-lt"/>
              </a:rPr>
              <a:t>温湿度传感器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 </a:t>
            </a:r>
            <a:r>
              <a:rPr sz="1500" b="1">
                <a:solidFill>
                  <a:srgbClr val="2AA4D0"/>
                </a:solidFill>
                <a:cs typeface="+mn-lt"/>
              </a:rPr>
              <a:t>SHT30 / SHT40 / SHT45</a:t>
            </a:r>
            <a:r>
              <a:rPr lang="zh-CN" sz="1500">
                <a:solidFill>
                  <a:srgbClr val="1A5E7A"/>
                </a:solidFill>
                <a:cs typeface="+mn-lt"/>
              </a:rPr>
              <a:t>，低功耗蓝牙芯片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 </a:t>
            </a:r>
            <a:endParaRPr lang="en-US" altLang="zh-CN" sz="1500">
              <a:solidFill>
                <a:srgbClr val="1A5E7A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sz="1500" b="1">
                <a:solidFill>
                  <a:srgbClr val="2AA4D0"/>
                </a:solidFill>
                <a:cs typeface="+mn-lt"/>
              </a:rPr>
              <a:t>nRF52810 / nRF52832</a:t>
            </a:r>
            <a:endParaRPr sz="1500" b="1">
              <a:solidFill>
                <a:srgbClr val="2AA4D0"/>
              </a:solidFill>
              <a:cs typeface="+mn-lt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466725" y="2800350"/>
            <a:ext cx="3219450" cy="3590925"/>
          </a:xfrm>
          <a:custGeom>
            <a:avLst/>
            <a:gdLst>
              <a:gd name="sw" fmla="*/ 1 w 5070"/>
              <a:gd name="sh" fmla="*/ 1 h 5655"/>
              <a:gd name="mins" fmla="min sw sh"/>
              <a:gd name="dsw" fmla="+- 0 sw mins"/>
              <a:gd name="dsh" fmla="+- 0 sh mins"/>
              <a:gd name="p0x0" fmla="*/ 240 w 5070"/>
              <a:gd name="p0y0" fmla="*/ 0 h 5655"/>
              <a:gd name="p0x1" fmla="*/ 4830 w 5070"/>
              <a:gd name="p0y1" fmla="*/ 0 h 5655"/>
              <a:gd name="p0x2" fmla="*/ 4962 w 5070"/>
              <a:gd name="p0y2" fmla="*/ 0 h 5655"/>
              <a:gd name="p0x3" fmla="*/ 5070 w 5070"/>
              <a:gd name="p0y3" fmla="*/ 107 h 5655"/>
              <a:gd name="p0x4" fmla="*/ 5070 w 5070"/>
              <a:gd name="p0y4" fmla="*/ 240 h 5655"/>
              <a:gd name="p0x5" fmla="*/ 5070 w 5070"/>
              <a:gd name="p0y5" fmla="*/ 5415 h 5655"/>
              <a:gd name="p0x6" fmla="*/ 5070 w 5070"/>
              <a:gd name="p0y6" fmla="*/ 5547 h 5655"/>
              <a:gd name="p0x7" fmla="*/ 4962 w 5070"/>
              <a:gd name="p0y7" fmla="*/ 5655 h 5655"/>
              <a:gd name="p0x8" fmla="*/ 4830 w 5070"/>
              <a:gd name="p0y8" fmla="*/ 5655 h 5655"/>
              <a:gd name="p0x9" fmla="*/ 240 w 5070"/>
              <a:gd name="p0y9" fmla="*/ 5655 h 5655"/>
              <a:gd name="p0x10" fmla="*/ 107 w 5070"/>
              <a:gd name="p0y10" fmla="*/ 5655 h 5655"/>
              <a:gd name="p0x11" fmla="*/ 0 w 5070"/>
              <a:gd name="p0y11" fmla="*/ 5547 h 5655"/>
              <a:gd name="p0x12" fmla="*/ 0 w 5070"/>
              <a:gd name="p0y12" fmla="*/ 5415 h 5655"/>
              <a:gd name="p0x13" fmla="*/ 0 w 5070"/>
              <a:gd name="p0y13" fmla="*/ 240 h 5655"/>
              <a:gd name="p0x14" fmla="*/ 0 w 5070"/>
              <a:gd name="p0y14" fmla="*/ 107 h 5655"/>
              <a:gd name="p0x15" fmla="*/ 107 w 5070"/>
              <a:gd name="p0y15" fmla="*/ 0 h 5655"/>
              <a:gd name="p0x16" fmla="*/ 240 w 5070"/>
              <a:gd name="p0y16" fmla="*/ 0 h 56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 w="19050" cmpd="sng">
            <a:solidFill>
              <a:schemeClr val="accent1"/>
            </a:solidFill>
            <a:prstDash val="solid"/>
          </a:ln>
          <a:effectLst>
            <a:outerShdw blurRad="171450" dist="38100" dir="5399999" algn="ctr" rotWithShape="0">
              <a:schemeClr val="accent1">
                <a:alpha val="12157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666750" y="3000375"/>
            <a:ext cx="28194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0D4A63"/>
                </a:solidFill>
                <a:cs typeface="+mn-lt"/>
              </a:rPr>
              <a:t>最终选型</a:t>
            </a:r>
            <a:endParaRPr sz="1200" b="1" spc="72">
              <a:solidFill>
                <a:srgbClr val="0D4A63"/>
              </a:solidFill>
              <a:cs typeface="+mn-lt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666750" y="3352800"/>
            <a:ext cx="2819400" cy="712470"/>
            <a:chOff x="1050" y="5280"/>
            <a:chExt cx="4440" cy="1122"/>
          </a:xfrm>
        </p:grpSpPr>
        <p:sp>
          <p:nvSpPr>
            <p:cNvPr id="10" name="任意多边形 9"/>
            <p:cNvSpPr/>
            <p:nvPr>
              <p:custDataLst>
                <p:tags r:id="rId8"/>
              </p:custDataLst>
            </p:nvPr>
          </p:nvSpPr>
          <p:spPr>
            <a:xfrm>
              <a:off x="1050" y="5280"/>
              <a:ext cx="4440" cy="1123"/>
            </a:xfrm>
            <a:custGeom>
              <a:avLst/>
              <a:gdLst>
                <a:gd name="sw" fmla="*/ 1 w 4440"/>
                <a:gd name="sh" fmla="*/ 1 h 1123"/>
                <a:gd name="mins" fmla="min sw sh"/>
                <a:gd name="dsw" fmla="+- 0 sw mins"/>
                <a:gd name="dsh" fmla="+- 0 sh mins"/>
                <a:gd name="p0x0" fmla="*/ 0 w 4440"/>
                <a:gd name="p0y0" fmla="*/ 0 h 1123"/>
                <a:gd name="p0x1" fmla="*/ 4440 w 4440"/>
                <a:gd name="p0y1" fmla="*/ 0 h 1123"/>
                <a:gd name="p0x2" fmla="*/ 4440 w 4440"/>
                <a:gd name="p0y2" fmla="*/ 1123 h 1123"/>
                <a:gd name="p0x3" fmla="*/ 0 w 4440"/>
                <a:gd name="p0y3" fmla="*/ 1123 h 1123"/>
                <a:gd name="p0x4" fmla="*/ 0 w 4440"/>
                <a:gd name="p0y4" fmla="*/ 0 h 112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9"/>
              </p:custDataLst>
            </p:nvPr>
          </p:nvSpPr>
          <p:spPr>
            <a:xfrm>
              <a:off x="1050" y="6388"/>
              <a:ext cx="4440" cy="15"/>
            </a:xfrm>
            <a:custGeom>
              <a:avLst/>
              <a:gdLst>
                <a:gd name="sw" fmla="*/ 1 w 4440"/>
                <a:gd name="sh" fmla="*/ 1 h 15"/>
                <a:gd name="mins" fmla="min sw sh"/>
                <a:gd name="dsw" fmla="+- 0 sw mins"/>
                <a:gd name="dsh" fmla="+- 0 sh mins"/>
                <a:gd name="p0x0" fmla="*/ 4440 w 4440"/>
                <a:gd name="p0y0" fmla="*/ 15 h 15"/>
                <a:gd name="p0x1" fmla="*/ 0 w 4440"/>
                <a:gd name="p0y1" fmla="*/ 15 h 15"/>
                <a:gd name="p0x2" fmla="*/ 0 w 4440"/>
                <a:gd name="p0y2" fmla="*/ 0 h 15"/>
                <a:gd name="p0x3" fmla="*/ 4440 w 4440"/>
                <a:gd name="p0y3" fmla="*/ 0 h 15"/>
                <a:gd name="p0x4" fmla="*/ 4440 w 444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666750" y="35331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2000" y="3628390"/>
            <a:ext cx="152400" cy="152400"/>
          </a:xfrm>
          <a:prstGeom prst="rect">
            <a:avLst/>
          </a:prstGeom>
          <a:noFill/>
        </p:spPr>
      </p:pic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123950" y="3467100"/>
            <a:ext cx="102877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D4A63"/>
                </a:solidFill>
                <a:cs typeface="+mn-lt"/>
              </a:rPr>
              <a:t>SHT20</a:t>
            </a:r>
            <a:endParaRPr sz="15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1123950" y="3706178"/>
            <a:ext cx="1200226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350">
                <a:solidFill>
                  <a:srgbClr val="1A5E7A"/>
                </a:solidFill>
                <a:cs typeface="+mn-lt"/>
              </a:rPr>
              <a:t>温湿度传感器</a:t>
            </a:r>
            <a:endParaRPr sz="1350">
              <a:solidFill>
                <a:srgbClr val="1A5E7A"/>
              </a:solidFill>
              <a:cs typeface="+mn-lt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666750" y="4065905"/>
            <a:ext cx="2819400" cy="712470"/>
            <a:chOff x="1050" y="6403"/>
            <a:chExt cx="4440" cy="1122"/>
          </a:xfrm>
        </p:grpSpPr>
        <p:sp>
          <p:nvSpPr>
            <p:cNvPr id="18" name="任意多边形 17"/>
            <p:cNvSpPr/>
            <p:nvPr>
              <p:custDataLst>
                <p:tags r:id="rId16"/>
              </p:custDataLst>
            </p:nvPr>
          </p:nvSpPr>
          <p:spPr>
            <a:xfrm>
              <a:off x="1050" y="6403"/>
              <a:ext cx="4440" cy="1123"/>
            </a:xfrm>
            <a:custGeom>
              <a:avLst/>
              <a:gdLst>
                <a:gd name="sw" fmla="*/ 1 w 4440"/>
                <a:gd name="sh" fmla="*/ 1 h 1123"/>
                <a:gd name="mins" fmla="min sw sh"/>
                <a:gd name="dsw" fmla="+- 0 sw mins"/>
                <a:gd name="dsh" fmla="+- 0 sh mins"/>
                <a:gd name="p0x0" fmla="*/ 0 w 4440"/>
                <a:gd name="p0y0" fmla="*/ 0 h 1123"/>
                <a:gd name="p0x1" fmla="*/ 4440 w 4440"/>
                <a:gd name="p0y1" fmla="*/ 0 h 1123"/>
                <a:gd name="p0x2" fmla="*/ 4440 w 4440"/>
                <a:gd name="p0y2" fmla="*/ 1123 h 1123"/>
                <a:gd name="p0x3" fmla="*/ 0 w 4440"/>
                <a:gd name="p0y3" fmla="*/ 1123 h 1123"/>
                <a:gd name="p0x4" fmla="*/ 0 w 4440"/>
                <a:gd name="p0y4" fmla="*/ 0 h 112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7"/>
              </p:custDataLst>
            </p:nvPr>
          </p:nvSpPr>
          <p:spPr>
            <a:xfrm>
              <a:off x="1050" y="7511"/>
              <a:ext cx="4440" cy="15"/>
            </a:xfrm>
            <a:custGeom>
              <a:avLst/>
              <a:gdLst>
                <a:gd name="sw" fmla="*/ 1 w 4440"/>
                <a:gd name="sh" fmla="*/ 1 h 15"/>
                <a:gd name="mins" fmla="min sw sh"/>
                <a:gd name="dsw" fmla="+- 0 sw mins"/>
                <a:gd name="dsh" fmla="+- 0 sh mins"/>
                <a:gd name="p0x0" fmla="*/ 4440 w 4440"/>
                <a:gd name="p0y0" fmla="*/ 15 h 15"/>
                <a:gd name="p0x1" fmla="*/ 0 w 4440"/>
                <a:gd name="p0y1" fmla="*/ 15 h 15"/>
                <a:gd name="p0x2" fmla="*/ 0 w 4440"/>
                <a:gd name="p0y2" fmla="*/ 0 h 15"/>
                <a:gd name="p0x3" fmla="*/ 4440 w 4440"/>
                <a:gd name="p0y3" fmla="*/ 0 h 15"/>
                <a:gd name="p0x4" fmla="*/ 4440 w 444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任意多边形 20"/>
          <p:cNvSpPr/>
          <p:nvPr>
            <p:custDataLst>
              <p:tags r:id="rId18"/>
            </p:custDataLst>
          </p:nvPr>
        </p:nvSpPr>
        <p:spPr>
          <a:xfrm>
            <a:off x="666750" y="42462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62000" y="4341495"/>
            <a:ext cx="152400" cy="152400"/>
          </a:xfrm>
          <a:prstGeom prst="rect">
            <a:avLst/>
          </a:prstGeom>
          <a:noFill/>
        </p:spPr>
      </p:pic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1123950" y="4180503"/>
            <a:ext cx="114969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D4A63"/>
                </a:solidFill>
                <a:cs typeface="+mn-lt"/>
              </a:rPr>
              <a:t>nRF52810</a:t>
            </a:r>
            <a:endParaRPr sz="15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1123950" y="4419581"/>
            <a:ext cx="1200226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350">
                <a:solidFill>
                  <a:srgbClr val="1A5E7A"/>
                </a:solidFill>
                <a:cs typeface="+mn-lt"/>
              </a:rPr>
              <a:t>主控蓝牙芯片</a:t>
            </a:r>
            <a:endParaRPr sz="1350">
              <a:solidFill>
                <a:srgbClr val="1A5E7A"/>
              </a:solidFill>
              <a:cs typeface="+mn-lt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666750" y="4779010"/>
            <a:ext cx="2819400" cy="713740"/>
            <a:chOff x="1050" y="7526"/>
            <a:chExt cx="4440" cy="1124"/>
          </a:xfrm>
        </p:grpSpPr>
        <p:sp>
          <p:nvSpPr>
            <p:cNvPr id="26" name="任意多边形 25"/>
            <p:cNvSpPr/>
            <p:nvPr>
              <p:custDataLst>
                <p:tags r:id="rId24"/>
              </p:custDataLst>
            </p:nvPr>
          </p:nvSpPr>
          <p:spPr>
            <a:xfrm>
              <a:off x="1050" y="7526"/>
              <a:ext cx="4440" cy="1124"/>
            </a:xfrm>
            <a:custGeom>
              <a:avLst/>
              <a:gdLst>
                <a:gd name="sw" fmla="*/ 1 w 4440"/>
                <a:gd name="sh" fmla="*/ 1 h 1123"/>
                <a:gd name="mins" fmla="min sw sh"/>
                <a:gd name="dsw" fmla="+- 0 sw mins"/>
                <a:gd name="dsh" fmla="+- 0 sh mins"/>
                <a:gd name="p0x0" fmla="*/ 0 w 4440"/>
                <a:gd name="p0y0" fmla="*/ 0 h 1123"/>
                <a:gd name="p0x1" fmla="*/ 4440 w 4440"/>
                <a:gd name="p0y1" fmla="*/ 0 h 1123"/>
                <a:gd name="p0x2" fmla="*/ 4440 w 4440"/>
                <a:gd name="p0y2" fmla="*/ 1123 h 1123"/>
                <a:gd name="p0x3" fmla="*/ 0 w 4440"/>
                <a:gd name="p0y3" fmla="*/ 1123 h 1123"/>
                <a:gd name="p0x4" fmla="*/ 0 w 4440"/>
                <a:gd name="p0y4" fmla="*/ 0 h 112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5"/>
              </p:custDataLst>
            </p:nvPr>
          </p:nvSpPr>
          <p:spPr>
            <a:xfrm>
              <a:off x="1050" y="8635"/>
              <a:ext cx="4440" cy="15"/>
            </a:xfrm>
            <a:custGeom>
              <a:avLst/>
              <a:gdLst>
                <a:gd name="sw" fmla="*/ 1 w 4440"/>
                <a:gd name="sh" fmla="*/ 1 h 15"/>
                <a:gd name="mins" fmla="min sw sh"/>
                <a:gd name="dsw" fmla="+- 0 sw mins"/>
                <a:gd name="dsh" fmla="+- 0 sh mins"/>
                <a:gd name="p0x0" fmla="*/ 4440 w 4440"/>
                <a:gd name="p0y0" fmla="*/ 15 h 15"/>
                <a:gd name="p0x1" fmla="*/ 0 w 4440"/>
                <a:gd name="p0y1" fmla="*/ 15 h 15"/>
                <a:gd name="p0x2" fmla="*/ 0 w 4440"/>
                <a:gd name="p0y2" fmla="*/ 0 h 15"/>
                <a:gd name="p0x3" fmla="*/ 4440 w 4440"/>
                <a:gd name="p0y3" fmla="*/ 0 h 15"/>
                <a:gd name="p0x4" fmla="*/ 4440 w 444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任意多边形 28"/>
          <p:cNvSpPr/>
          <p:nvPr>
            <p:custDataLst>
              <p:tags r:id="rId26"/>
            </p:custDataLst>
          </p:nvPr>
        </p:nvSpPr>
        <p:spPr>
          <a:xfrm>
            <a:off x="666750" y="49599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62000" y="5055235"/>
            <a:ext cx="152400" cy="152400"/>
          </a:xfrm>
          <a:prstGeom prst="rect">
            <a:avLst/>
          </a:prstGeom>
          <a:noFill/>
        </p:spPr>
      </p:pic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1123950" y="4893916"/>
            <a:ext cx="685874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D4A63"/>
                </a:solidFill>
                <a:cs typeface="+mn-lt"/>
              </a:rPr>
              <a:t>SWD</a:t>
            </a:r>
            <a:endParaRPr sz="15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1123950" y="5132994"/>
            <a:ext cx="857326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350">
                <a:solidFill>
                  <a:srgbClr val="1A5E7A"/>
                </a:solidFill>
                <a:cs typeface="+mn-lt"/>
              </a:rPr>
              <a:t>调试协议</a:t>
            </a:r>
            <a:endParaRPr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32"/>
            </p:custDataLst>
          </p:nvPr>
        </p:nvSpPr>
        <p:spPr>
          <a:xfrm>
            <a:off x="666750" y="5734047"/>
            <a:ext cx="28194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1A5E7A"/>
                </a:solidFill>
                <a:cs typeface="+mn-lt"/>
              </a:rPr>
              <a:t>核心判断：</a:t>
            </a:r>
            <a:r>
              <a:rPr lang="en-US" altLang="zh-CN" sz="1350">
                <a:solidFill>
                  <a:srgbClr val="1A5E7A"/>
                </a:solidFill>
                <a:cs typeface="+mn-lt"/>
              </a:rPr>
              <a:t>SHT20 </a:t>
            </a:r>
            <a:r>
              <a:rPr lang="zh-CN" altLang="en-US" sz="1350">
                <a:solidFill>
                  <a:srgbClr val="1A5E7A"/>
                </a:solidFill>
                <a:cs typeface="+mn-lt"/>
              </a:rPr>
              <a:t>在精度与功耗之间取得最佳平衡</a:t>
            </a:r>
            <a:endParaRPr lang="zh-CN" altLang="en-US"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35" name="任意多边形 34"/>
          <p:cNvSpPr/>
          <p:nvPr>
            <p:custDataLst>
              <p:tags r:id="rId33"/>
            </p:custDataLst>
          </p:nvPr>
        </p:nvSpPr>
        <p:spPr>
          <a:xfrm>
            <a:off x="3928745" y="1128395"/>
            <a:ext cx="7800975" cy="5267325"/>
          </a:xfrm>
          <a:custGeom>
            <a:avLst/>
            <a:gdLst>
              <a:gd name="sw" fmla="*/ 1 w 12285"/>
              <a:gd name="sh" fmla="*/ 1 h 8295"/>
              <a:gd name="mins" fmla="min sw sh"/>
              <a:gd name="dsw" fmla="+- 0 sw mins"/>
              <a:gd name="dsh" fmla="+- 0 sh mins"/>
              <a:gd name="p0x0" fmla="*/ 120 w 12285"/>
              <a:gd name="p0y0" fmla="*/ 0 h 8295"/>
              <a:gd name="p0x1" fmla="*/ 12165 w 12285"/>
              <a:gd name="p0y1" fmla="*/ 0 h 8295"/>
              <a:gd name="p0x2" fmla="*/ 12231 w 12285"/>
              <a:gd name="p0y2" fmla="*/ 0 h 8295"/>
              <a:gd name="p0x3" fmla="*/ 12285 w 12285"/>
              <a:gd name="p0y3" fmla="*/ 53 h 8295"/>
              <a:gd name="p0x4" fmla="*/ 12285 w 12285"/>
              <a:gd name="p0y4" fmla="*/ 120 h 8295"/>
              <a:gd name="p0x5" fmla="*/ 12285 w 12285"/>
              <a:gd name="p0y5" fmla="*/ 8175 h 8295"/>
              <a:gd name="p0x6" fmla="*/ 12285 w 12285"/>
              <a:gd name="p0y6" fmla="*/ 8241 h 8295"/>
              <a:gd name="p0x7" fmla="*/ 12231 w 12285"/>
              <a:gd name="p0y7" fmla="*/ 8295 h 8295"/>
              <a:gd name="p0x8" fmla="*/ 12165 w 12285"/>
              <a:gd name="p0y8" fmla="*/ 8295 h 8295"/>
              <a:gd name="p0x9" fmla="*/ 120 w 12285"/>
              <a:gd name="p0y9" fmla="*/ 8295 h 8295"/>
              <a:gd name="p0x10" fmla="*/ 53 w 12285"/>
              <a:gd name="p0y10" fmla="*/ 8295 h 8295"/>
              <a:gd name="p0x11" fmla="*/ 0 w 12285"/>
              <a:gd name="p0y11" fmla="*/ 8241 h 8295"/>
              <a:gd name="p0x12" fmla="*/ 0 w 12285"/>
              <a:gd name="p0y12" fmla="*/ 8175 h 8295"/>
              <a:gd name="p0x13" fmla="*/ 0 w 12285"/>
              <a:gd name="p0y13" fmla="*/ 120 h 8295"/>
              <a:gd name="p0x14" fmla="*/ 0 w 12285"/>
              <a:gd name="p0y14" fmla="*/ 53 h 8295"/>
              <a:gd name="p0x15" fmla="*/ 53 w 12285"/>
              <a:gd name="p0y15" fmla="*/ 0 h 8295"/>
              <a:gd name="p0x16" fmla="*/ 120 w 12285"/>
              <a:gd name="p0y16" fmla="*/ 0 h 8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4"/>
            </p:custDataLst>
          </p:nvPr>
        </p:nvSpPr>
        <p:spPr>
          <a:xfrm>
            <a:off x="4124325" y="1316355"/>
            <a:ext cx="723900" cy="238125"/>
          </a:xfrm>
          <a:custGeom>
            <a:avLst/>
            <a:gdLst>
              <a:gd name="sw" fmla="*/ 1 w 1140"/>
              <a:gd name="sh" fmla="*/ 1 h 375"/>
              <a:gd name="mins" fmla="min sw sh"/>
              <a:gd name="dsw" fmla="+- 0 sw mins"/>
              <a:gd name="dsh" fmla="+- 0 sh mins"/>
              <a:gd name="p0x0" fmla="*/ 187 w 1140"/>
              <a:gd name="p0y0" fmla="*/ 0 h 375"/>
              <a:gd name="p0x1" fmla="*/ 952 w 1140"/>
              <a:gd name="p0y1" fmla="*/ 0 h 375"/>
              <a:gd name="p0x2" fmla="*/ 1056 w 1140"/>
              <a:gd name="p0y2" fmla="*/ 0 h 375"/>
              <a:gd name="p0x3" fmla="*/ 1140 w 1140"/>
              <a:gd name="p0y3" fmla="*/ 83 h 375"/>
              <a:gd name="p0x4" fmla="*/ 1140 w 1140"/>
              <a:gd name="p0y4" fmla="*/ 187 h 375"/>
              <a:gd name="p0x5" fmla="*/ 1140 w 1140"/>
              <a:gd name="p0y5" fmla="*/ 291 h 375"/>
              <a:gd name="p0x6" fmla="*/ 1056 w 1140"/>
              <a:gd name="p0y6" fmla="*/ 375 h 375"/>
              <a:gd name="p0x7" fmla="*/ 952 w 1140"/>
              <a:gd name="p0y7" fmla="*/ 375 h 375"/>
              <a:gd name="p0x8" fmla="*/ 187 w 1140"/>
              <a:gd name="p0y8" fmla="*/ 375 h 375"/>
              <a:gd name="p0x9" fmla="*/ 83 w 1140"/>
              <a:gd name="p0y9" fmla="*/ 375 h 375"/>
              <a:gd name="p0x10" fmla="*/ 0 w 1140"/>
              <a:gd name="p0y10" fmla="*/ 291 h 375"/>
              <a:gd name="p0x11" fmla="*/ 0 w 1140"/>
              <a:gd name="p0y11" fmla="*/ 187 h 375"/>
              <a:gd name="p0x12" fmla="*/ 0 w 1140"/>
              <a:gd name="p0y12" fmla="*/ 83 h 375"/>
              <a:gd name="p0x13" fmla="*/ 83 w 1140"/>
              <a:gd name="p0y13" fmla="*/ 0 h 375"/>
              <a:gd name="p0x14" fmla="*/ 187 w 114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5"/>
            </p:custDataLst>
          </p:nvPr>
        </p:nvSpPr>
        <p:spPr>
          <a:xfrm>
            <a:off x="4238625" y="1335881"/>
            <a:ext cx="6477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SHT20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39" name="文本框 38"/>
          <p:cNvSpPr txBox="1"/>
          <p:nvPr>
            <p:custDataLst>
              <p:tags r:id="rId36"/>
            </p:custDataLst>
          </p:nvPr>
        </p:nvSpPr>
        <p:spPr>
          <a:xfrm>
            <a:off x="4924501" y="1285875"/>
            <a:ext cx="6610274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b="1">
                <a:solidFill>
                  <a:srgbClr val="1A5E7A"/>
                </a:solidFill>
                <a:cs typeface="+mn-lt"/>
              </a:rPr>
              <a:t>关键性能参数</a:t>
            </a:r>
            <a:endParaRPr b="1">
              <a:solidFill>
                <a:srgbClr val="1A5E7A"/>
              </a:solidFill>
              <a:cs typeface="+mn-lt"/>
            </a:endParaRPr>
          </a:p>
        </p:txBody>
      </p:sp>
      <p:graphicFrame>
        <p:nvGraphicFramePr>
          <p:cNvPr id="40" name="表格 39"/>
          <p:cNvGraphicFramePr/>
          <p:nvPr>
            <p:custDataLst>
              <p:tags r:id="rId37"/>
            </p:custDataLst>
          </p:nvPr>
        </p:nvGraphicFramePr>
        <p:xfrm>
          <a:off x="4124325" y="1699895"/>
          <a:ext cx="7410450" cy="4538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5225"/>
                <a:gridCol w="3705225"/>
              </a:tblGrid>
              <a:tr h="388664">
                <a:tc>
                  <a:txBody>
                    <a:bodyPr wrap="square"/>
                    <a:p>
                      <a:pPr algn="l"/>
                      <a:r>
                        <a:rPr sz="1200" b="1" spc="72">
                          <a:solidFill>
                            <a:srgbClr val="FFFFFF"/>
                          </a:solidFill>
                          <a:cs typeface="+mn-lt"/>
                        </a:rPr>
                        <a:t>性能指标</a:t>
                      </a:r>
                      <a:endParaRPr sz="1200" b="1" spc="72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1" spc="72">
                          <a:solidFill>
                            <a:srgbClr val="FFFFFF"/>
                          </a:solidFill>
                          <a:cs typeface="+mn-lt"/>
                        </a:rPr>
                        <a:t>参数值</a:t>
                      </a:r>
                      <a:endParaRPr sz="1200" b="1" spc="72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346694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A7A8F"/>
                          </a:solidFill>
                          <a:cs typeface="+mn-lt"/>
                        </a:rPr>
                        <a:t>封装形式</a:t>
                      </a:r>
                      <a:endParaRPr sz="1350" b="1">
                        <a:solidFill>
                          <a:srgbClr val="4A7A8F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DFN 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双列扁平无引脚，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3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×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3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×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1.1mm</a:t>
                      </a:r>
                      <a:endParaRPr lang="en-US" altLang="zh-CN" sz="1350" b="0">
                        <a:solidFill>
                          <a:srgbClr val="1A5E7A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solidFill>
                      <a:srgbClr val="F0F5FA"/>
                    </a:solidFill>
                  </a:tcPr>
                </a:tc>
              </a:tr>
              <a:tr h="346694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A7A8F"/>
                          </a:solidFill>
                          <a:cs typeface="+mn-lt"/>
                        </a:rPr>
                        <a:t>通信接口</a:t>
                      </a:r>
                      <a:endParaRPr sz="1350" b="1">
                        <a:solidFill>
                          <a:srgbClr val="4A7A8F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标准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 I2C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，完全标定、数字输出</a:t>
                      </a:r>
                      <a:endParaRPr lang="zh-CN" altLang="en-US" sz="1350" b="0">
                        <a:solidFill>
                          <a:srgbClr val="1A5E7A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46694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A7A8F"/>
                          </a:solidFill>
                          <a:cs typeface="+mn-lt"/>
                        </a:rPr>
                        <a:t>相对湿度精度</a:t>
                      </a:r>
                      <a:endParaRPr sz="1350" b="1">
                        <a:solidFill>
                          <a:srgbClr val="4A7A8F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典型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 </a:t>
                      </a:r>
                      <a:r>
                        <a:rPr lang="zh-CN" sz="1350" b="1">
                          <a:solidFill>
                            <a:srgbClr val="2AA4D0"/>
                          </a:solidFill>
                          <a:cs typeface="+mn-lt"/>
                        </a:rPr>
                        <a:t>±</a:t>
                      </a:r>
                      <a:r>
                        <a:rPr lang="en-US" sz="1350" b="1">
                          <a:solidFill>
                            <a:srgbClr val="2AA4D0"/>
                          </a:solidFill>
                          <a:cs typeface="+mn-lt"/>
                        </a:rPr>
                        <a:t>3.0%RH</a:t>
                      </a:r>
                      <a:r>
                        <a:rPr lang="en-US" sz="1350" b="0">
                          <a:solidFill>
                            <a:srgbClr val="1A5E7A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，最大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±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6%RH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（高湿区）</a:t>
                      </a:r>
                      <a:endParaRPr lang="zh-CN" altLang="en-US" sz="1350" b="0">
                        <a:solidFill>
                          <a:srgbClr val="1A5E7A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solidFill>
                      <a:srgbClr val="F0F5FA"/>
                    </a:solidFill>
                  </a:tcPr>
                </a:tc>
              </a:tr>
              <a:tr h="346694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A7A8F"/>
                          </a:solidFill>
                          <a:cs typeface="+mn-lt"/>
                        </a:rPr>
                        <a:t>湿度分辨率</a:t>
                      </a:r>
                      <a:endParaRPr sz="1350" b="1">
                        <a:solidFill>
                          <a:srgbClr val="4A7A8F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0.04%RH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（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12bit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）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/ 0.7%RH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（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8bit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）</a:t>
                      </a:r>
                      <a:endParaRPr lang="zh-CN" altLang="en-US" sz="1350" b="0">
                        <a:solidFill>
                          <a:srgbClr val="1A5E7A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46694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A7A8F"/>
                          </a:solidFill>
                          <a:cs typeface="+mn-lt"/>
                        </a:rPr>
                        <a:t>湿度响应时间</a:t>
                      </a:r>
                      <a:endParaRPr sz="1350" b="1">
                        <a:solidFill>
                          <a:srgbClr val="4A7A8F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1A5E7A"/>
                          </a:solidFill>
                          <a:cs typeface="+mn-lt"/>
                        </a:rPr>
                        <a:t>τ63% = </a:t>
                      </a:r>
                      <a:r>
                        <a:rPr lang="en-US" sz="1350" b="1">
                          <a:solidFill>
                            <a:srgbClr val="2AA4D0"/>
                          </a:solidFill>
                          <a:cs typeface="+mn-lt"/>
                        </a:rPr>
                        <a:t>8</a:t>
                      </a:r>
                      <a:r>
                        <a:rPr lang="zh-CN" altLang="en-US" sz="1350" b="1">
                          <a:solidFill>
                            <a:srgbClr val="2AA4D0"/>
                          </a:solidFill>
                          <a:cs typeface="+mn-lt"/>
                        </a:rPr>
                        <a:t>秒</a:t>
                      </a:r>
                      <a:endParaRPr lang="zh-CN" altLang="en-US" sz="1350" b="1">
                        <a:solidFill>
                          <a:srgbClr val="2AA4D0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solidFill>
                      <a:srgbClr val="F0F5FA"/>
                    </a:solidFill>
                  </a:tcPr>
                </a:tc>
              </a:tr>
              <a:tr h="346694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A7A8F"/>
                          </a:solidFill>
                          <a:cs typeface="+mn-lt"/>
                        </a:rPr>
                        <a:t>长期漂移</a:t>
                      </a:r>
                      <a:endParaRPr sz="1350" b="1">
                        <a:solidFill>
                          <a:srgbClr val="4A7A8F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2AA4D0"/>
                          </a:solidFill>
                          <a:cs typeface="+mn-lt"/>
                        </a:rPr>
                        <a:t>&lt;0.5%RH/yr</a:t>
                      </a:r>
                      <a:endParaRPr sz="1350" b="1">
                        <a:solidFill>
                          <a:srgbClr val="2AA4D0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46694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A7A8F"/>
                          </a:solidFill>
                          <a:cs typeface="+mn-lt"/>
                        </a:rPr>
                        <a:t>休眠功耗</a:t>
                      </a:r>
                      <a:endParaRPr sz="1350" b="1">
                        <a:solidFill>
                          <a:srgbClr val="4A7A8F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2AA4D0"/>
                          </a:solidFill>
                          <a:cs typeface="+mn-lt"/>
                        </a:rPr>
                        <a:t>0.15µA</a:t>
                      </a:r>
                      <a:r>
                        <a:rPr lang="zh-CN" sz="1350" b="0">
                          <a:solidFill>
                            <a:srgbClr val="1A5E7A"/>
                          </a:solidFill>
                          <a:cs typeface="+mn-lt"/>
                        </a:rPr>
                        <a:t>（典型值），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0.5µW</a:t>
                      </a:r>
                      <a:endParaRPr lang="en-US" altLang="zh-CN" sz="1350" b="0">
                        <a:solidFill>
                          <a:srgbClr val="1A5E7A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solidFill>
                      <a:srgbClr val="F0F5FA"/>
                    </a:solidFill>
                  </a:tcPr>
                </a:tc>
              </a:tr>
              <a:tr h="346694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A7A8F"/>
                          </a:solidFill>
                          <a:cs typeface="+mn-lt"/>
                        </a:rPr>
                        <a:t>测量功耗</a:t>
                      </a:r>
                      <a:endParaRPr sz="1350" b="1">
                        <a:solidFill>
                          <a:srgbClr val="4A7A8F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300µA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（典型值），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0.9mW</a:t>
                      </a:r>
                      <a:endParaRPr lang="en-US" altLang="zh-CN" sz="1350" b="0">
                        <a:solidFill>
                          <a:srgbClr val="1A5E7A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46694">
                <a:tc>
                  <a:txBody>
                    <a:bodyPr wrap="square"/>
                    <a:p>
                      <a:pPr algn="l"/>
                      <a:r>
                        <a:rPr lang="zh-CN" altLang="en-US" sz="1350" b="1">
                          <a:solidFill>
                            <a:srgbClr val="4A7A8F"/>
                          </a:solidFill>
                          <a:cs typeface="+mn-lt"/>
                        </a:rPr>
                        <a:t>平均功耗（</a:t>
                      </a:r>
                      <a:r>
                        <a:rPr lang="en-US" altLang="zh-CN" sz="1350" b="1">
                          <a:solidFill>
                            <a:srgbClr val="4A7A8F"/>
                          </a:solidFill>
                          <a:cs typeface="+mn-lt"/>
                        </a:rPr>
                        <a:t>8bit</a:t>
                      </a:r>
                      <a:r>
                        <a:rPr lang="zh-CN" altLang="en-US" sz="1350" b="1">
                          <a:solidFill>
                            <a:srgbClr val="4A7A8F"/>
                          </a:solidFill>
                          <a:cs typeface="+mn-lt"/>
                        </a:rPr>
                        <a:t>）</a:t>
                      </a:r>
                      <a:endParaRPr lang="zh-CN" altLang="en-US" sz="1350" b="1">
                        <a:solidFill>
                          <a:srgbClr val="4A7A8F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2AA4D0"/>
                          </a:solidFill>
                          <a:cs typeface="+mn-lt"/>
                        </a:rPr>
                        <a:t>3.2µW</a:t>
                      </a:r>
                      <a:endParaRPr sz="1350" b="1">
                        <a:solidFill>
                          <a:srgbClr val="2AA4D0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solidFill>
                      <a:srgbClr val="F0F5FA"/>
                    </a:solidFill>
                  </a:tcPr>
                </a:tc>
              </a:tr>
              <a:tr h="346694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A7A8F"/>
                          </a:solidFill>
                          <a:cs typeface="+mn-lt"/>
                        </a:rPr>
                        <a:t>工作范围</a:t>
                      </a:r>
                      <a:endParaRPr sz="1350" b="1">
                        <a:solidFill>
                          <a:srgbClr val="4A7A8F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350" b="0">
                          <a:solidFill>
                            <a:srgbClr val="1A5E7A"/>
                          </a:solidFill>
                          <a:cs typeface="+mn-lt"/>
                        </a:rPr>
                        <a:t>0-100%RH</a:t>
                      </a:r>
                      <a:r>
                        <a:rPr lang="zh-CN" sz="1350" b="0">
                          <a:solidFill>
                            <a:srgbClr val="1A5E7A"/>
                          </a:solidFill>
                          <a:cs typeface="+mn-lt"/>
                        </a:rPr>
                        <a:t>（可扩展）</a:t>
                      </a:r>
                      <a:endParaRPr lang="zh-CN" sz="1350" b="0">
                        <a:solidFill>
                          <a:srgbClr val="1A5E7A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46694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A7A8F"/>
                          </a:solidFill>
                          <a:cs typeface="+mn-lt"/>
                        </a:rPr>
                        <a:t>内置加热器</a:t>
                      </a:r>
                      <a:endParaRPr sz="1350" b="1">
                        <a:solidFill>
                          <a:srgbClr val="4A7A8F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5.5mW@3.0V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，温升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 0.5-1.5</a:t>
                      </a:r>
                      <a:r>
                        <a:rPr lang="zh-CN" altLang="en-US" sz="1350" b="0">
                          <a:solidFill>
                            <a:srgbClr val="1A5E7A"/>
                          </a:solidFill>
                          <a:cs typeface="+mn-lt"/>
                        </a:rPr>
                        <a:t>°</a:t>
                      </a:r>
                      <a:r>
                        <a:rPr lang="en-US" altLang="zh-CN" sz="1350" b="0">
                          <a:solidFill>
                            <a:srgbClr val="1A5E7A"/>
                          </a:solidFill>
                          <a:cs typeface="+mn-lt"/>
                        </a:rPr>
                        <a:t>C</a:t>
                      </a:r>
                      <a:endParaRPr lang="en-US" altLang="zh-CN" sz="1350" b="0">
                        <a:solidFill>
                          <a:srgbClr val="1A5E7A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B>
                    <a:solidFill>
                      <a:srgbClr val="F0F5FA"/>
                    </a:solidFill>
                  </a:tcPr>
                </a:tc>
              </a:tr>
              <a:tr h="336351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A7A8F"/>
                          </a:solidFill>
                          <a:cs typeface="+mn-lt"/>
                        </a:rPr>
                        <a:t>附加特性</a:t>
                      </a:r>
                      <a:endParaRPr sz="1350" b="1">
                        <a:solidFill>
                          <a:srgbClr val="4A7A8F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1A5E7A"/>
                          </a:solidFill>
                          <a:cs typeface="+mn-lt"/>
                        </a:rPr>
                        <a:t>电子识别码、分辨率切换、电池低电量检测</a:t>
                      </a:r>
                      <a:endParaRPr sz="1350" b="0">
                        <a:solidFill>
                          <a:srgbClr val="1A5E7A"/>
                        </a:solidFill>
                        <a:cs typeface="+mn-lt"/>
                      </a:endParaRPr>
                    </a:p>
                  </a:txBody>
                  <a:tcPr marL="114300" marR="114300" marT="38100" marB="381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chemeClr val="accent1">
                          <a:alpha val="14902"/>
                        </a:scheme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" name="任意多边形 35"/>
          <p:cNvSpPr/>
          <p:nvPr>
            <p:custDataLst>
              <p:tags r:id="rId38"/>
            </p:custDataLst>
          </p:nvPr>
        </p:nvSpPr>
        <p:spPr>
          <a:xfrm>
            <a:off x="3950538" y="1133475"/>
            <a:ext cx="7758024" cy="285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217" h="45">
                <a:moveTo>
                  <a:pt x="94" y="0"/>
                </a:moveTo>
                <a:lnTo>
                  <a:pt x="12124" y="0"/>
                </a:lnTo>
                <a:cubicBezTo>
                  <a:pt x="12162" y="0"/>
                  <a:pt x="12195" y="18"/>
                  <a:pt x="12217" y="45"/>
                </a:cubicBezTo>
                <a:lnTo>
                  <a:pt x="0" y="45"/>
                </a:lnTo>
                <a:cubicBezTo>
                  <a:pt x="22" y="18"/>
                  <a:pt x="56" y="0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09625" y="296465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66750" y="3375184"/>
            <a:ext cx="58674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原理图设计与仿真验证</a:t>
            </a:r>
            <a:endParaRPr sz="4200" b="1">
              <a:solidFill>
                <a:srgbClr val="1A5E7A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66750" y="4417060"/>
            <a:ext cx="1143000" cy="9525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4755356"/>
            <a:ext cx="386603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7A8F"/>
                </a:solidFill>
                <a:cs typeface="+mn-lt"/>
              </a:rPr>
              <a:t>模块化架构，仿真先行，零错误交付</a:t>
            </a:r>
            <a:endParaRPr sz="1500" spc="30">
              <a:solidFill>
                <a:srgbClr val="4A7A8F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lang="zh-CN" sz="1500" spc="30">
                <a:solidFill>
                  <a:srgbClr val="4A7A8F"/>
                </a:solidFill>
                <a:cs typeface="+mn-lt"/>
              </a:rPr>
              <a:t>系统框图到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BOM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清单，每一步都经仿真验证</a:t>
            </a:r>
            <a:endParaRPr lang="zh-CN" altLang="en-US"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666750" y="1483519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2AA4D0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02</a:t>
            </a:r>
            <a:endParaRPr sz="9000" b="1">
              <a:solidFill>
                <a:srgbClr val="2AA4D0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 rot="2700000">
            <a:off x="666115" y="3028950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819910" y="304800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433388"/>
            <a:ext cx="5334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A5E7A"/>
                </a:solidFill>
                <a:cs typeface="+mn-lt"/>
              </a:rPr>
              <a:t>系统架构与模块化原理图设计</a:t>
            </a:r>
            <a:endParaRPr sz="30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457200" y="1047750"/>
            <a:ext cx="3156585" cy="395605"/>
          </a:xfrm>
          <a:custGeom>
            <a:avLst/>
            <a:gdLst>
              <a:gd name="sw" fmla="*/ 1 w 4971"/>
              <a:gd name="sh" fmla="*/ 1 h 623"/>
              <a:gd name="mins" fmla="min sw sh"/>
              <a:gd name="dsw" fmla="+- 0 sw mins"/>
              <a:gd name="dsh" fmla="+- 0 sh mins"/>
              <a:gd name="p0x0" fmla="*/ 311 w 4971"/>
              <a:gd name="p0y0" fmla="*/ 0 h 623"/>
              <a:gd name="p0x1" fmla="*/ 4659 w 4971"/>
              <a:gd name="p0y1" fmla="*/ 0 h 623"/>
              <a:gd name="p0x2" fmla="*/ 4832 w 4971"/>
              <a:gd name="p0y2" fmla="*/ 0 h 623"/>
              <a:gd name="p0x3" fmla="*/ 4971 w 4971"/>
              <a:gd name="p0y3" fmla="*/ 139 h 623"/>
              <a:gd name="p0x4" fmla="*/ 4971 w 4971"/>
              <a:gd name="p0y4" fmla="*/ 311 h 623"/>
              <a:gd name="p0x5" fmla="*/ 4971 w 4971"/>
              <a:gd name="p0y5" fmla="*/ 484 h 623"/>
              <a:gd name="p0x6" fmla="*/ 4832 w 4971"/>
              <a:gd name="p0y6" fmla="*/ 623 h 623"/>
              <a:gd name="p0x7" fmla="*/ 4659 w 4971"/>
              <a:gd name="p0y7" fmla="*/ 623 h 623"/>
              <a:gd name="p0x8" fmla="*/ 311 w 4971"/>
              <a:gd name="p0y8" fmla="*/ 623 h 623"/>
              <a:gd name="p0x9" fmla="*/ 139 w 4971"/>
              <a:gd name="p0y9" fmla="*/ 623 h 623"/>
              <a:gd name="p0x10" fmla="*/ 0 w 4971"/>
              <a:gd name="p0y10" fmla="*/ 484 h 623"/>
              <a:gd name="p0x11" fmla="*/ 0 w 4971"/>
              <a:gd name="p0y11" fmla="*/ 311 h 623"/>
              <a:gd name="p0x12" fmla="*/ 0 w 4971"/>
              <a:gd name="p0y12" fmla="*/ 139 h 623"/>
              <a:gd name="p0x13" fmla="*/ 139 w 4971"/>
              <a:gd name="p0y13" fmla="*/ 0 h 623"/>
              <a:gd name="p0x14" fmla="*/ 311 w 4971"/>
              <a:gd name="p0y14" fmla="*/ 0 h 62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1178560"/>
            <a:ext cx="133350" cy="133350"/>
          </a:xfrm>
          <a:prstGeom prst="rect">
            <a:avLst/>
          </a:prstGeom>
          <a:noFill/>
        </p:spPr>
      </p:pic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819150" y="1112520"/>
            <a:ext cx="2795064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00" b="1" spc="24">
                <a:solidFill>
                  <a:srgbClr val="0D4A63"/>
                </a:solidFill>
                <a:cs typeface="+mn-lt"/>
              </a:rPr>
              <a:t>模块化架构保障电气隔离与信号完整性</a:t>
            </a:r>
            <a:endParaRPr sz="1200" b="1" spc="24">
              <a:solidFill>
                <a:srgbClr val="0D4A63"/>
              </a:solidFill>
              <a:cs typeface="+mn-lt"/>
            </a:endParaRPr>
          </a:p>
        </p:txBody>
      </p:sp>
      <p:sp>
        <p:nvSpPr>
          <p:cNvPr id="45" name="任意多边形 44"/>
          <p:cNvSpPr/>
          <p:nvPr>
            <p:custDataLst>
              <p:tags r:id="rId8"/>
            </p:custDataLst>
          </p:nvPr>
        </p:nvSpPr>
        <p:spPr>
          <a:xfrm>
            <a:off x="461645" y="5738495"/>
            <a:ext cx="11268075" cy="657225"/>
          </a:xfrm>
          <a:custGeom>
            <a:avLst/>
            <a:gdLst>
              <a:gd name="sw" fmla="*/ 1 w 17745"/>
              <a:gd name="sh" fmla="*/ 1 h 1035"/>
              <a:gd name="mins" fmla="min sw sh"/>
              <a:gd name="dsw" fmla="+- 0 sw mins"/>
              <a:gd name="dsh" fmla="+- 0 sh mins"/>
              <a:gd name="p0x0" fmla="*/ 240 w 17745"/>
              <a:gd name="p0y0" fmla="*/ 0 h 1035"/>
              <a:gd name="p0x1" fmla="*/ 17505 w 17745"/>
              <a:gd name="p0y1" fmla="*/ 0 h 1035"/>
              <a:gd name="p0x2" fmla="*/ 17637 w 17745"/>
              <a:gd name="p0y2" fmla="*/ 0 h 1035"/>
              <a:gd name="p0x3" fmla="*/ 17745 w 17745"/>
              <a:gd name="p0y3" fmla="*/ 107 h 1035"/>
              <a:gd name="p0x4" fmla="*/ 17745 w 17745"/>
              <a:gd name="p0y4" fmla="*/ 240 h 1035"/>
              <a:gd name="p0x5" fmla="*/ 17745 w 17745"/>
              <a:gd name="p0y5" fmla="*/ 795 h 1035"/>
              <a:gd name="p0x6" fmla="*/ 17745 w 17745"/>
              <a:gd name="p0y6" fmla="*/ 927 h 1035"/>
              <a:gd name="p0x7" fmla="*/ 17637 w 17745"/>
              <a:gd name="p0y7" fmla="*/ 1035 h 1035"/>
              <a:gd name="p0x8" fmla="*/ 17505 w 17745"/>
              <a:gd name="p0y8" fmla="*/ 1035 h 1035"/>
              <a:gd name="p0x9" fmla="*/ 240 w 17745"/>
              <a:gd name="p0y9" fmla="*/ 1035 h 1035"/>
              <a:gd name="p0x10" fmla="*/ 107 w 17745"/>
              <a:gd name="p0y10" fmla="*/ 1035 h 1035"/>
              <a:gd name="p0x11" fmla="*/ 0 w 17745"/>
              <a:gd name="p0y11" fmla="*/ 927 h 1035"/>
              <a:gd name="p0x12" fmla="*/ 0 w 17745"/>
              <a:gd name="p0y12" fmla="*/ 795 h 1035"/>
              <a:gd name="p0x13" fmla="*/ 0 w 17745"/>
              <a:gd name="p0y13" fmla="*/ 240 h 1035"/>
              <a:gd name="p0x14" fmla="*/ 0 w 17745"/>
              <a:gd name="p0y14" fmla="*/ 107 h 1035"/>
              <a:gd name="p0x15" fmla="*/ 107 w 17745"/>
              <a:gd name="p0y15" fmla="*/ 0 h 1035"/>
              <a:gd name="p0x16" fmla="*/ 240 w 17745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>
            <p:custDataLst>
              <p:tags r:id="rId9"/>
            </p:custDataLst>
          </p:nvPr>
        </p:nvSpPr>
        <p:spPr>
          <a:xfrm>
            <a:off x="695325" y="58959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" y="5962650"/>
            <a:ext cx="209550" cy="209550"/>
          </a:xfrm>
          <a:prstGeom prst="rect">
            <a:avLst/>
          </a:prstGeom>
          <a:noFill/>
        </p:spPr>
      </p:pic>
      <p:sp>
        <p:nvSpPr>
          <p:cNvPr id="49" name="文本框 48"/>
          <p:cNvSpPr txBox="1"/>
          <p:nvPr>
            <p:custDataLst>
              <p:tags r:id="rId13"/>
            </p:custDataLst>
          </p:nvPr>
        </p:nvSpPr>
        <p:spPr>
          <a:xfrm>
            <a:off x="1190625" y="5900738"/>
            <a:ext cx="1030515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0D4A63"/>
                </a:solidFill>
                <a:cs typeface="+mn-lt"/>
              </a:rPr>
              <a:t>原理图覆盖电源滤波、</a:t>
            </a:r>
            <a:r>
              <a:rPr lang="en-US" altLang="zh-CN" sz="1500">
                <a:solidFill>
                  <a:srgbClr val="0D4A63"/>
                </a:solidFill>
                <a:cs typeface="+mn-lt"/>
              </a:rPr>
              <a:t>ESD </a:t>
            </a:r>
            <a:r>
              <a:rPr lang="zh-CN" altLang="en-US" sz="1500">
                <a:solidFill>
                  <a:srgbClr val="0D4A63"/>
                </a:solidFill>
                <a:cs typeface="+mn-lt"/>
              </a:rPr>
              <a:t>防护、阻抗匹配等关键设计，各模块接口信号定义清晰，便于</a:t>
            </a:r>
            <a:r>
              <a:rPr lang="en-US" altLang="zh-CN" sz="1500">
                <a:solidFill>
                  <a:srgbClr val="0D4A63"/>
                </a:solidFill>
                <a:cs typeface="+mn-lt"/>
              </a:rPr>
              <a:t> PCB </a:t>
            </a:r>
            <a:r>
              <a:rPr lang="zh-CN" altLang="en-US" sz="1500">
                <a:solidFill>
                  <a:srgbClr val="0D4A63"/>
                </a:solidFill>
                <a:cs typeface="+mn-lt"/>
              </a:rPr>
              <a:t>布局布线阶段分区实施</a:t>
            </a:r>
            <a:endParaRPr lang="zh-CN" altLang="en-US" sz="1500">
              <a:solidFill>
                <a:srgbClr val="0D4A63"/>
              </a:solidFill>
              <a:cs typeface="+mn-lt"/>
            </a:endParaRPr>
          </a:p>
        </p:txBody>
      </p:sp>
      <p:sp>
        <p:nvSpPr>
          <p:cNvPr id="9" name="任意多边形 8"/>
          <p:cNvSpPr/>
          <p:nvPr>
            <p:custDataLst>
              <p:tags r:id="rId14"/>
            </p:custDataLst>
          </p:nvPr>
        </p:nvSpPr>
        <p:spPr>
          <a:xfrm>
            <a:off x="461645" y="1638935"/>
            <a:ext cx="5534025" cy="1849755"/>
          </a:xfrm>
          <a:custGeom>
            <a:avLst/>
            <a:gdLst>
              <a:gd name="sw" fmla="*/ 1 w 8715"/>
              <a:gd name="sh" fmla="*/ 1 h 2913"/>
              <a:gd name="mins" fmla="min sw sh"/>
              <a:gd name="dsw" fmla="+- 0 sw mins"/>
              <a:gd name="dsh" fmla="+- 0 sh mins"/>
              <a:gd name="p0x0" fmla="*/ 240 w 8715"/>
              <a:gd name="p0y0" fmla="*/ 0 h 2913"/>
              <a:gd name="p0x1" fmla="*/ 8475 w 8715"/>
              <a:gd name="p0y1" fmla="*/ 0 h 2913"/>
              <a:gd name="p0x2" fmla="*/ 8607 w 8715"/>
              <a:gd name="p0y2" fmla="*/ 0 h 2913"/>
              <a:gd name="p0x3" fmla="*/ 8715 w 8715"/>
              <a:gd name="p0y3" fmla="*/ 107 h 2913"/>
              <a:gd name="p0x4" fmla="*/ 8715 w 8715"/>
              <a:gd name="p0y4" fmla="*/ 240 h 2913"/>
              <a:gd name="p0x5" fmla="*/ 8715 w 8715"/>
              <a:gd name="p0y5" fmla="*/ 2673 h 2913"/>
              <a:gd name="p0x6" fmla="*/ 8715 w 8715"/>
              <a:gd name="p0y6" fmla="*/ 2805 h 2913"/>
              <a:gd name="p0x7" fmla="*/ 8607 w 8715"/>
              <a:gd name="p0y7" fmla="*/ 2913 h 2913"/>
              <a:gd name="p0x8" fmla="*/ 8475 w 8715"/>
              <a:gd name="p0y8" fmla="*/ 2913 h 2913"/>
              <a:gd name="p0x9" fmla="*/ 240 w 8715"/>
              <a:gd name="p0y9" fmla="*/ 2913 h 2913"/>
              <a:gd name="p0x10" fmla="*/ 107 w 8715"/>
              <a:gd name="p0y10" fmla="*/ 2913 h 2913"/>
              <a:gd name="p0x11" fmla="*/ 0 w 8715"/>
              <a:gd name="p0y11" fmla="*/ 2805 h 2913"/>
              <a:gd name="p0x12" fmla="*/ 0 w 8715"/>
              <a:gd name="p0y12" fmla="*/ 2673 h 2913"/>
              <a:gd name="p0x13" fmla="*/ 0 w 8715"/>
              <a:gd name="p0y13" fmla="*/ 240 h 2913"/>
              <a:gd name="p0x14" fmla="*/ 0 w 8715"/>
              <a:gd name="p0y14" fmla="*/ 107 h 2913"/>
              <a:gd name="p0x15" fmla="*/ 107 w 8715"/>
              <a:gd name="p0y15" fmla="*/ 0 h 2913"/>
              <a:gd name="p0x16" fmla="*/ 240 w 8715"/>
              <a:gd name="p0y16" fmla="*/ 0 h 291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15"/>
            </p:custDataLst>
          </p:nvPr>
        </p:nvSpPr>
        <p:spPr>
          <a:xfrm>
            <a:off x="695325" y="231584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90575" y="2411095"/>
            <a:ext cx="304800" cy="304800"/>
          </a:xfrm>
          <a:prstGeom prst="rect">
            <a:avLst/>
          </a:prstGeom>
          <a:noFill/>
        </p:spPr>
      </p:pic>
      <p:sp>
        <p:nvSpPr>
          <p:cNvPr id="14" name="文本框 13"/>
          <p:cNvSpPr txBox="1"/>
          <p:nvPr>
            <p:custDataLst>
              <p:tags r:id="rId19"/>
            </p:custDataLst>
          </p:nvPr>
        </p:nvSpPr>
        <p:spPr>
          <a:xfrm>
            <a:off x="1381125" y="2080698"/>
            <a:ext cx="43815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7A9CAB"/>
                </a:solidFill>
                <a:cs typeface="+mn-lt"/>
              </a:rPr>
              <a:t>电源模块</a:t>
            </a:r>
            <a:endParaRPr sz="1050" b="1" spc="63">
              <a:solidFill>
                <a:srgbClr val="7A9CAB"/>
              </a:solidFill>
              <a:cs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20"/>
            </p:custDataLst>
          </p:nvPr>
        </p:nvSpPr>
        <p:spPr>
          <a:xfrm>
            <a:off x="1381125" y="2316918"/>
            <a:ext cx="4381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1A5E7A"/>
                </a:solidFill>
                <a:cs typeface="+mn-lt"/>
              </a:rPr>
              <a:t>ME6211 LDO</a:t>
            </a:r>
            <a:r>
              <a:rPr lang="zh-CN" sz="2100" b="1">
                <a:solidFill>
                  <a:srgbClr val="1A5E7A"/>
                </a:solidFill>
                <a:cs typeface="+mn-lt"/>
              </a:rPr>
              <a:t>稳压器</a:t>
            </a:r>
            <a:endParaRPr lang="zh-CN"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21"/>
            </p:custDataLst>
          </p:nvPr>
        </p:nvSpPr>
        <p:spPr>
          <a:xfrm>
            <a:off x="1381125" y="2728398"/>
            <a:ext cx="4474521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A7A8F"/>
                </a:solidFill>
                <a:cs typeface="+mn-lt"/>
              </a:rPr>
              <a:t>3.0V </a:t>
            </a:r>
            <a:r>
              <a:rPr lang="zh-CN" sz="1500">
                <a:solidFill>
                  <a:srgbClr val="4A7A8F"/>
                </a:solidFill>
                <a:cs typeface="+mn-lt"/>
              </a:rPr>
              <a:t>稳定供电，集成电源滤波网络抑制输出纹波</a:t>
            </a:r>
            <a:endParaRPr lang="zh-CN"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10" name="任意多边形 9"/>
          <p:cNvSpPr/>
          <p:nvPr>
            <p:custDataLst>
              <p:tags r:id="rId22"/>
            </p:custDataLst>
          </p:nvPr>
        </p:nvSpPr>
        <p:spPr>
          <a:xfrm>
            <a:off x="530263" y="1643380"/>
            <a:ext cx="5397424" cy="285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00" h="45">
                <a:moveTo>
                  <a:pt x="140" y="0"/>
                </a:moveTo>
                <a:lnTo>
                  <a:pt x="8360" y="0"/>
                </a:lnTo>
                <a:cubicBezTo>
                  <a:pt x="8412" y="0"/>
                  <a:pt x="8460" y="17"/>
                  <a:pt x="8500" y="45"/>
                </a:cubicBezTo>
                <a:lnTo>
                  <a:pt x="0" y="45"/>
                </a:lnTo>
                <a:cubicBezTo>
                  <a:pt x="39" y="17"/>
                  <a:pt x="88" y="0"/>
                  <a:pt x="14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3"/>
            </p:custDataLst>
          </p:nvPr>
        </p:nvSpPr>
        <p:spPr>
          <a:xfrm>
            <a:off x="6195695" y="1638935"/>
            <a:ext cx="5534025" cy="1849755"/>
          </a:xfrm>
          <a:custGeom>
            <a:avLst/>
            <a:gdLst>
              <a:gd name="sw" fmla="*/ 1 w 8715"/>
              <a:gd name="sh" fmla="*/ 1 h 2913"/>
              <a:gd name="mins" fmla="min sw sh"/>
              <a:gd name="dsw" fmla="+- 0 sw mins"/>
              <a:gd name="dsh" fmla="+- 0 sh mins"/>
              <a:gd name="p0x0" fmla="*/ 240 w 8715"/>
              <a:gd name="p0y0" fmla="*/ 0 h 2913"/>
              <a:gd name="p0x1" fmla="*/ 8475 w 8715"/>
              <a:gd name="p0y1" fmla="*/ 0 h 2913"/>
              <a:gd name="p0x2" fmla="*/ 8607 w 8715"/>
              <a:gd name="p0y2" fmla="*/ 0 h 2913"/>
              <a:gd name="p0x3" fmla="*/ 8715 w 8715"/>
              <a:gd name="p0y3" fmla="*/ 107 h 2913"/>
              <a:gd name="p0x4" fmla="*/ 8715 w 8715"/>
              <a:gd name="p0y4" fmla="*/ 240 h 2913"/>
              <a:gd name="p0x5" fmla="*/ 8715 w 8715"/>
              <a:gd name="p0y5" fmla="*/ 2673 h 2913"/>
              <a:gd name="p0x6" fmla="*/ 8715 w 8715"/>
              <a:gd name="p0y6" fmla="*/ 2805 h 2913"/>
              <a:gd name="p0x7" fmla="*/ 8607 w 8715"/>
              <a:gd name="p0y7" fmla="*/ 2913 h 2913"/>
              <a:gd name="p0x8" fmla="*/ 8475 w 8715"/>
              <a:gd name="p0y8" fmla="*/ 2913 h 2913"/>
              <a:gd name="p0x9" fmla="*/ 240 w 8715"/>
              <a:gd name="p0y9" fmla="*/ 2913 h 2913"/>
              <a:gd name="p0x10" fmla="*/ 107 w 8715"/>
              <a:gd name="p0y10" fmla="*/ 2913 h 2913"/>
              <a:gd name="p0x11" fmla="*/ 0 w 8715"/>
              <a:gd name="p0y11" fmla="*/ 2805 h 2913"/>
              <a:gd name="p0x12" fmla="*/ 0 w 8715"/>
              <a:gd name="p0y12" fmla="*/ 2673 h 2913"/>
              <a:gd name="p0x13" fmla="*/ 0 w 8715"/>
              <a:gd name="p0y13" fmla="*/ 240 h 2913"/>
              <a:gd name="p0x14" fmla="*/ 0 w 8715"/>
              <a:gd name="p0y14" fmla="*/ 107 h 2913"/>
              <a:gd name="p0x15" fmla="*/ 107 w 8715"/>
              <a:gd name="p0y15" fmla="*/ 0 h 2913"/>
              <a:gd name="p0x16" fmla="*/ 240 w 8715"/>
              <a:gd name="p0y16" fmla="*/ 0 h 291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6429375" y="231584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524625" y="2411095"/>
            <a:ext cx="304800" cy="304800"/>
          </a:xfrm>
          <a:prstGeom prst="rect">
            <a:avLst/>
          </a:prstGeom>
          <a:noFill/>
        </p:spPr>
      </p:pic>
      <p:sp>
        <p:nvSpPr>
          <p:cNvPr id="23" name="文本框 22"/>
          <p:cNvSpPr txBox="1"/>
          <p:nvPr>
            <p:custDataLst>
              <p:tags r:id="rId28"/>
            </p:custDataLst>
          </p:nvPr>
        </p:nvSpPr>
        <p:spPr>
          <a:xfrm>
            <a:off x="7115175" y="1928298"/>
            <a:ext cx="43815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7A9CAB"/>
                </a:solidFill>
                <a:cs typeface="+mn-lt"/>
              </a:rPr>
              <a:t>传感器模块</a:t>
            </a:r>
            <a:endParaRPr sz="1050" b="1" spc="63">
              <a:solidFill>
                <a:srgbClr val="7A9CAB"/>
              </a:solidFill>
              <a:cs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9"/>
            </p:custDataLst>
          </p:nvPr>
        </p:nvSpPr>
        <p:spPr>
          <a:xfrm>
            <a:off x="7115175" y="2164518"/>
            <a:ext cx="4381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cs typeface="+mn-lt"/>
              </a:rPr>
              <a:t>SHT20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30"/>
            </p:custDataLst>
          </p:nvPr>
        </p:nvSpPr>
        <p:spPr>
          <a:xfrm>
            <a:off x="7115175" y="2575998"/>
            <a:ext cx="4381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4A7A8F"/>
                </a:solidFill>
                <a:cs typeface="+mn-lt"/>
              </a:rPr>
              <a:t>I2C 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接口通信，配置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 ESD 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防护与滤波电容提升抗干扰能力</a:t>
            </a:r>
            <a:endParaRPr lang="zh-CN" altLang="en-US"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19" name="任意多边形 18"/>
          <p:cNvSpPr/>
          <p:nvPr>
            <p:custDataLst>
              <p:tags r:id="rId31"/>
            </p:custDataLst>
          </p:nvPr>
        </p:nvSpPr>
        <p:spPr>
          <a:xfrm>
            <a:off x="6264313" y="1643380"/>
            <a:ext cx="5397424" cy="285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00" h="45">
                <a:moveTo>
                  <a:pt x="140" y="0"/>
                </a:moveTo>
                <a:lnTo>
                  <a:pt x="8360" y="0"/>
                </a:lnTo>
                <a:cubicBezTo>
                  <a:pt x="8412" y="0"/>
                  <a:pt x="8460" y="17"/>
                  <a:pt x="8500" y="45"/>
                </a:cubicBezTo>
                <a:lnTo>
                  <a:pt x="0" y="45"/>
                </a:lnTo>
                <a:cubicBezTo>
                  <a:pt x="39" y="17"/>
                  <a:pt x="88" y="0"/>
                  <a:pt x="14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32"/>
            </p:custDataLst>
          </p:nvPr>
        </p:nvSpPr>
        <p:spPr>
          <a:xfrm>
            <a:off x="461645" y="3688715"/>
            <a:ext cx="5534025" cy="1849755"/>
          </a:xfrm>
          <a:custGeom>
            <a:avLst/>
            <a:gdLst>
              <a:gd name="sw" fmla="*/ 1 w 8715"/>
              <a:gd name="sh" fmla="*/ 1 h 2913"/>
              <a:gd name="mins" fmla="min sw sh"/>
              <a:gd name="dsw" fmla="+- 0 sw mins"/>
              <a:gd name="dsh" fmla="+- 0 sh mins"/>
              <a:gd name="p0x0" fmla="*/ 240 w 8715"/>
              <a:gd name="p0y0" fmla="*/ 0 h 2913"/>
              <a:gd name="p0x1" fmla="*/ 8475 w 8715"/>
              <a:gd name="p0y1" fmla="*/ 0 h 2913"/>
              <a:gd name="p0x2" fmla="*/ 8607 w 8715"/>
              <a:gd name="p0y2" fmla="*/ 0 h 2913"/>
              <a:gd name="p0x3" fmla="*/ 8715 w 8715"/>
              <a:gd name="p0y3" fmla="*/ 107 h 2913"/>
              <a:gd name="p0x4" fmla="*/ 8715 w 8715"/>
              <a:gd name="p0y4" fmla="*/ 240 h 2913"/>
              <a:gd name="p0x5" fmla="*/ 8715 w 8715"/>
              <a:gd name="p0y5" fmla="*/ 2673 h 2913"/>
              <a:gd name="p0x6" fmla="*/ 8715 w 8715"/>
              <a:gd name="p0y6" fmla="*/ 2805 h 2913"/>
              <a:gd name="p0x7" fmla="*/ 8607 w 8715"/>
              <a:gd name="p0y7" fmla="*/ 2913 h 2913"/>
              <a:gd name="p0x8" fmla="*/ 8475 w 8715"/>
              <a:gd name="p0y8" fmla="*/ 2913 h 2913"/>
              <a:gd name="p0x9" fmla="*/ 240 w 8715"/>
              <a:gd name="p0y9" fmla="*/ 2913 h 2913"/>
              <a:gd name="p0x10" fmla="*/ 107 w 8715"/>
              <a:gd name="p0y10" fmla="*/ 2913 h 2913"/>
              <a:gd name="p0x11" fmla="*/ 0 w 8715"/>
              <a:gd name="p0y11" fmla="*/ 2805 h 2913"/>
              <a:gd name="p0x12" fmla="*/ 0 w 8715"/>
              <a:gd name="p0y12" fmla="*/ 2673 h 2913"/>
              <a:gd name="p0x13" fmla="*/ 0 w 8715"/>
              <a:gd name="p0y13" fmla="*/ 240 h 2913"/>
              <a:gd name="p0x14" fmla="*/ 0 w 8715"/>
              <a:gd name="p0y14" fmla="*/ 107 h 2913"/>
              <a:gd name="p0x15" fmla="*/ 107 w 8715"/>
              <a:gd name="p0y15" fmla="*/ 0 h 2913"/>
              <a:gd name="p0x16" fmla="*/ 240 w 8715"/>
              <a:gd name="p0y16" fmla="*/ 0 h 291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695325" y="43656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90575" y="4460875"/>
            <a:ext cx="304800" cy="304800"/>
          </a:xfrm>
          <a:prstGeom prst="rect">
            <a:avLst/>
          </a:prstGeom>
          <a:noFill/>
        </p:spPr>
      </p:pic>
      <p:sp>
        <p:nvSpPr>
          <p:cNvPr id="32" name="文本框 31"/>
          <p:cNvSpPr txBox="1"/>
          <p:nvPr>
            <p:custDataLst>
              <p:tags r:id="rId37"/>
            </p:custDataLst>
          </p:nvPr>
        </p:nvSpPr>
        <p:spPr>
          <a:xfrm>
            <a:off x="1381125" y="4130507"/>
            <a:ext cx="43815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7A9CAB"/>
                </a:solidFill>
                <a:cs typeface="+mn-lt"/>
              </a:rPr>
              <a:t>蓝牙模块</a:t>
            </a:r>
            <a:endParaRPr sz="1050" b="1" spc="63">
              <a:solidFill>
                <a:srgbClr val="7A9CAB"/>
              </a:solidFill>
              <a:cs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38"/>
            </p:custDataLst>
          </p:nvPr>
        </p:nvSpPr>
        <p:spPr>
          <a:xfrm>
            <a:off x="1381125" y="4366727"/>
            <a:ext cx="4381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cs typeface="+mn-lt"/>
              </a:rPr>
              <a:t>nRF52810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39"/>
            </p:custDataLst>
          </p:nvPr>
        </p:nvSpPr>
        <p:spPr>
          <a:xfrm>
            <a:off x="1381125" y="4778207"/>
            <a:ext cx="474918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A7A8F"/>
                </a:solidFill>
                <a:cs typeface="+mn-lt"/>
              </a:rPr>
              <a:t>2.4GHz </a:t>
            </a:r>
            <a:r>
              <a:rPr lang="zh-CN" sz="1500">
                <a:solidFill>
                  <a:srgbClr val="4A7A8F"/>
                </a:solidFill>
                <a:cs typeface="+mn-lt"/>
              </a:rPr>
              <a:t>射频阻抗匹配电路，确保天线信号传输效率</a:t>
            </a:r>
            <a:endParaRPr lang="zh-CN"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28" name="任意多边形 27"/>
          <p:cNvSpPr/>
          <p:nvPr>
            <p:custDataLst>
              <p:tags r:id="rId40"/>
            </p:custDataLst>
          </p:nvPr>
        </p:nvSpPr>
        <p:spPr>
          <a:xfrm>
            <a:off x="530332" y="3693210"/>
            <a:ext cx="5397286" cy="28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00" h="45">
                <a:moveTo>
                  <a:pt x="140" y="0"/>
                </a:moveTo>
                <a:lnTo>
                  <a:pt x="8360" y="0"/>
                </a:lnTo>
                <a:cubicBezTo>
                  <a:pt x="8412" y="0"/>
                  <a:pt x="8460" y="17"/>
                  <a:pt x="8500" y="45"/>
                </a:cubicBezTo>
                <a:lnTo>
                  <a:pt x="0" y="45"/>
                </a:lnTo>
                <a:cubicBezTo>
                  <a:pt x="39" y="17"/>
                  <a:pt x="88" y="0"/>
                  <a:pt x="14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41"/>
            </p:custDataLst>
          </p:nvPr>
        </p:nvSpPr>
        <p:spPr>
          <a:xfrm>
            <a:off x="6195695" y="3688715"/>
            <a:ext cx="5534025" cy="1849755"/>
          </a:xfrm>
          <a:custGeom>
            <a:avLst/>
            <a:gdLst>
              <a:gd name="sw" fmla="*/ 1 w 8715"/>
              <a:gd name="sh" fmla="*/ 1 h 2913"/>
              <a:gd name="mins" fmla="min sw sh"/>
              <a:gd name="dsw" fmla="+- 0 sw mins"/>
              <a:gd name="dsh" fmla="+- 0 sh mins"/>
              <a:gd name="p0x0" fmla="*/ 240 w 8715"/>
              <a:gd name="p0y0" fmla="*/ 0 h 2913"/>
              <a:gd name="p0x1" fmla="*/ 8475 w 8715"/>
              <a:gd name="p0y1" fmla="*/ 0 h 2913"/>
              <a:gd name="p0x2" fmla="*/ 8607 w 8715"/>
              <a:gd name="p0y2" fmla="*/ 0 h 2913"/>
              <a:gd name="p0x3" fmla="*/ 8715 w 8715"/>
              <a:gd name="p0y3" fmla="*/ 107 h 2913"/>
              <a:gd name="p0x4" fmla="*/ 8715 w 8715"/>
              <a:gd name="p0y4" fmla="*/ 240 h 2913"/>
              <a:gd name="p0x5" fmla="*/ 8715 w 8715"/>
              <a:gd name="p0y5" fmla="*/ 2673 h 2913"/>
              <a:gd name="p0x6" fmla="*/ 8715 w 8715"/>
              <a:gd name="p0y6" fmla="*/ 2805 h 2913"/>
              <a:gd name="p0x7" fmla="*/ 8607 w 8715"/>
              <a:gd name="p0y7" fmla="*/ 2913 h 2913"/>
              <a:gd name="p0x8" fmla="*/ 8475 w 8715"/>
              <a:gd name="p0y8" fmla="*/ 2913 h 2913"/>
              <a:gd name="p0x9" fmla="*/ 240 w 8715"/>
              <a:gd name="p0y9" fmla="*/ 2913 h 2913"/>
              <a:gd name="p0x10" fmla="*/ 107 w 8715"/>
              <a:gd name="p0y10" fmla="*/ 2913 h 2913"/>
              <a:gd name="p0x11" fmla="*/ 0 w 8715"/>
              <a:gd name="p0y11" fmla="*/ 2805 h 2913"/>
              <a:gd name="p0x12" fmla="*/ 0 w 8715"/>
              <a:gd name="p0y12" fmla="*/ 2673 h 2913"/>
              <a:gd name="p0x13" fmla="*/ 0 w 8715"/>
              <a:gd name="p0y13" fmla="*/ 240 h 2913"/>
              <a:gd name="p0x14" fmla="*/ 0 w 8715"/>
              <a:gd name="p0y14" fmla="*/ 107 h 2913"/>
              <a:gd name="p0x15" fmla="*/ 107 w 8715"/>
              <a:gd name="p0y15" fmla="*/ 0 h 2913"/>
              <a:gd name="p0x16" fmla="*/ 240 w 8715"/>
              <a:gd name="p0y16" fmla="*/ 0 h 291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>
            <p:custDataLst>
              <p:tags r:id="rId42"/>
            </p:custDataLst>
          </p:nvPr>
        </p:nvSpPr>
        <p:spPr>
          <a:xfrm>
            <a:off x="6429375" y="43656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524625" y="4460875"/>
            <a:ext cx="304800" cy="304800"/>
          </a:xfrm>
          <a:prstGeom prst="rect">
            <a:avLst/>
          </a:prstGeom>
          <a:noFill/>
        </p:spPr>
      </p:pic>
      <p:sp>
        <p:nvSpPr>
          <p:cNvPr id="41" name="文本框 40"/>
          <p:cNvSpPr txBox="1"/>
          <p:nvPr>
            <p:custDataLst>
              <p:tags r:id="rId46"/>
            </p:custDataLst>
          </p:nvPr>
        </p:nvSpPr>
        <p:spPr>
          <a:xfrm>
            <a:off x="7115175" y="3978107"/>
            <a:ext cx="43815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7A9CAB"/>
                </a:solidFill>
                <a:cs typeface="+mn-lt"/>
              </a:rPr>
              <a:t>调试接口</a:t>
            </a:r>
            <a:endParaRPr sz="1050" b="1" spc="63">
              <a:solidFill>
                <a:srgbClr val="7A9CAB"/>
              </a:solidFill>
              <a:cs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47"/>
            </p:custDataLst>
          </p:nvPr>
        </p:nvSpPr>
        <p:spPr>
          <a:xfrm>
            <a:off x="7115175" y="4214327"/>
            <a:ext cx="4381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1A5E7A"/>
                </a:solidFill>
                <a:cs typeface="+mn-lt"/>
              </a:rPr>
              <a:t>SWD </a:t>
            </a:r>
            <a:r>
              <a:rPr lang="zh-CN" sz="2100" b="1">
                <a:solidFill>
                  <a:srgbClr val="1A5E7A"/>
                </a:solidFill>
                <a:cs typeface="+mn-lt"/>
              </a:rPr>
              <a:t>协议</a:t>
            </a:r>
            <a:endParaRPr lang="zh-CN"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43" name="文本框 42"/>
          <p:cNvSpPr txBox="1"/>
          <p:nvPr>
            <p:custDataLst>
              <p:tags r:id="rId48"/>
            </p:custDataLst>
          </p:nvPr>
        </p:nvSpPr>
        <p:spPr>
          <a:xfrm>
            <a:off x="7115175" y="4625807"/>
            <a:ext cx="4381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固件下载与在线调试，支持开发阶段功能验证与故障诊断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37" name="任意多边形 36"/>
          <p:cNvSpPr/>
          <p:nvPr>
            <p:custDataLst>
              <p:tags r:id="rId49"/>
            </p:custDataLst>
          </p:nvPr>
        </p:nvSpPr>
        <p:spPr>
          <a:xfrm>
            <a:off x="6264382" y="3693210"/>
            <a:ext cx="5397286" cy="28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00" h="45">
                <a:moveTo>
                  <a:pt x="140" y="0"/>
                </a:moveTo>
                <a:lnTo>
                  <a:pt x="8360" y="0"/>
                </a:lnTo>
                <a:cubicBezTo>
                  <a:pt x="8412" y="0"/>
                  <a:pt x="8460" y="17"/>
                  <a:pt x="8500" y="45"/>
                </a:cubicBezTo>
                <a:lnTo>
                  <a:pt x="0" y="45"/>
                </a:lnTo>
                <a:cubicBezTo>
                  <a:pt x="39" y="17"/>
                  <a:pt x="88" y="0"/>
                  <a:pt x="14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任意多边形 24"/>
          <p:cNvSpPr/>
          <p:nvPr>
            <p:custDataLst>
              <p:tags r:id="rId1"/>
            </p:custDataLst>
          </p:nvPr>
        </p:nvSpPr>
        <p:spPr>
          <a:xfrm>
            <a:off x="7643495" y="1280795"/>
            <a:ext cx="4086225" cy="5114925"/>
          </a:xfrm>
          <a:custGeom>
            <a:avLst/>
            <a:gdLst>
              <a:gd name="sw" fmla="*/ 1 w 6435"/>
              <a:gd name="sh" fmla="*/ 1 h 8055"/>
              <a:gd name="mins" fmla="min sw sh"/>
              <a:gd name="dsw" fmla="+- 0 sw mins"/>
              <a:gd name="dsh" fmla="+- 0 sh mins"/>
              <a:gd name="p0x0" fmla="*/ 120 w 6435"/>
              <a:gd name="p0y0" fmla="*/ 0 h 8055"/>
              <a:gd name="p0x1" fmla="*/ 6315 w 6435"/>
              <a:gd name="p0y1" fmla="*/ 0 h 8055"/>
              <a:gd name="p0x2" fmla="*/ 6381 w 6435"/>
              <a:gd name="p0y2" fmla="*/ 0 h 8055"/>
              <a:gd name="p0x3" fmla="*/ 6435 w 6435"/>
              <a:gd name="p0y3" fmla="*/ 53 h 8055"/>
              <a:gd name="p0x4" fmla="*/ 6435 w 6435"/>
              <a:gd name="p0y4" fmla="*/ 120 h 8055"/>
              <a:gd name="p0x5" fmla="*/ 6435 w 6435"/>
              <a:gd name="p0y5" fmla="*/ 7935 h 8055"/>
              <a:gd name="p0x6" fmla="*/ 6435 w 6435"/>
              <a:gd name="p0y6" fmla="*/ 8001 h 8055"/>
              <a:gd name="p0x7" fmla="*/ 6381 w 6435"/>
              <a:gd name="p0y7" fmla="*/ 8055 h 8055"/>
              <a:gd name="p0x8" fmla="*/ 6315 w 6435"/>
              <a:gd name="p0y8" fmla="*/ 8055 h 8055"/>
              <a:gd name="p0x9" fmla="*/ 120 w 6435"/>
              <a:gd name="p0y9" fmla="*/ 8055 h 8055"/>
              <a:gd name="p0x10" fmla="*/ 53 w 6435"/>
              <a:gd name="p0y10" fmla="*/ 8055 h 8055"/>
              <a:gd name="p0x11" fmla="*/ 0 w 6435"/>
              <a:gd name="p0y11" fmla="*/ 8001 h 8055"/>
              <a:gd name="p0x12" fmla="*/ 0 w 6435"/>
              <a:gd name="p0y12" fmla="*/ 7935 h 8055"/>
              <a:gd name="p0x13" fmla="*/ 0 w 6435"/>
              <a:gd name="p0y13" fmla="*/ 120 h 8055"/>
              <a:gd name="p0x14" fmla="*/ 0 w 6435"/>
              <a:gd name="p0y14" fmla="*/ 53 h 8055"/>
              <a:gd name="p0x15" fmla="*/ 53 w 6435"/>
              <a:gd name="p0y15" fmla="*/ 0 h 8055"/>
              <a:gd name="p0x16" fmla="*/ 120 w 6435"/>
              <a:gd name="p0y16" fmla="*/ 0 h 80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noFill/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71450" dist="38100" dir="5399999" algn="ctr" rotWithShape="0">
              <a:schemeClr val="accent1">
                <a:alpha val="12157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 descr="8d46f13a-9bfe-11f1-90c8-12ddc83d8d4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8" r="8"/>
          <a:stretch>
            <a:fillRect/>
          </a:stretch>
        </p:blipFill>
        <p:spPr>
          <a:xfrm>
            <a:off x="7648575" y="1285875"/>
            <a:ext cx="4076700" cy="51054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420" h="8040">
                <a:moveTo>
                  <a:pt x="120" y="0"/>
                </a:moveTo>
                <a:lnTo>
                  <a:pt x="6300" y="0"/>
                </a:lnTo>
                <a:cubicBezTo>
                  <a:pt x="6366" y="0"/>
                  <a:pt x="6420" y="54"/>
                  <a:pt x="6420" y="120"/>
                </a:cubicBezTo>
                <a:lnTo>
                  <a:pt x="6420" y="7920"/>
                </a:lnTo>
                <a:cubicBezTo>
                  <a:pt x="6420" y="7986"/>
                  <a:pt x="6366" y="8040"/>
                  <a:pt x="6300" y="8040"/>
                </a:cubicBezTo>
                <a:lnTo>
                  <a:pt x="120" y="8040"/>
                </a:lnTo>
                <a:cubicBezTo>
                  <a:pt x="54" y="8040"/>
                  <a:pt x="0" y="7986"/>
                  <a:pt x="0" y="792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461645" y="1280795"/>
            <a:ext cx="6943725" cy="2457450"/>
          </a:xfrm>
          <a:custGeom>
            <a:avLst/>
            <a:gdLst>
              <a:gd name="sw" fmla="*/ 1 w 10935"/>
              <a:gd name="sh" fmla="*/ 1 h 3870"/>
              <a:gd name="mins" fmla="min sw sh"/>
              <a:gd name="dsw" fmla="+- 0 sw mins"/>
              <a:gd name="dsh" fmla="+- 0 sh mins"/>
              <a:gd name="p0x0" fmla="*/ 120 w 10935"/>
              <a:gd name="p0y0" fmla="*/ 0 h 3870"/>
              <a:gd name="p0x1" fmla="*/ 10815 w 10935"/>
              <a:gd name="p0y1" fmla="*/ 0 h 3870"/>
              <a:gd name="p0x2" fmla="*/ 10881 w 10935"/>
              <a:gd name="p0y2" fmla="*/ 0 h 3870"/>
              <a:gd name="p0x3" fmla="*/ 10935 w 10935"/>
              <a:gd name="p0y3" fmla="*/ 53 h 3870"/>
              <a:gd name="p0x4" fmla="*/ 10935 w 10935"/>
              <a:gd name="p0y4" fmla="*/ 120 h 3870"/>
              <a:gd name="p0x5" fmla="*/ 10935 w 10935"/>
              <a:gd name="p0y5" fmla="*/ 3750 h 3870"/>
              <a:gd name="p0x6" fmla="*/ 10935 w 10935"/>
              <a:gd name="p0y6" fmla="*/ 3816 h 3870"/>
              <a:gd name="p0x7" fmla="*/ 10881 w 10935"/>
              <a:gd name="p0y7" fmla="*/ 3870 h 3870"/>
              <a:gd name="p0x8" fmla="*/ 10815 w 10935"/>
              <a:gd name="p0y8" fmla="*/ 3870 h 3870"/>
              <a:gd name="p0x9" fmla="*/ 120 w 10935"/>
              <a:gd name="p0y9" fmla="*/ 3870 h 3870"/>
              <a:gd name="p0x10" fmla="*/ 53 w 10935"/>
              <a:gd name="p0y10" fmla="*/ 3870 h 3870"/>
              <a:gd name="p0x11" fmla="*/ 0 w 10935"/>
              <a:gd name="p0y11" fmla="*/ 3816 h 3870"/>
              <a:gd name="p0x12" fmla="*/ 0 w 10935"/>
              <a:gd name="p0y12" fmla="*/ 3750 h 3870"/>
              <a:gd name="p0x13" fmla="*/ 0 w 10935"/>
              <a:gd name="p0y13" fmla="*/ 120 h 3870"/>
              <a:gd name="p0x14" fmla="*/ 0 w 10935"/>
              <a:gd name="p0y14" fmla="*/ 53 h 3870"/>
              <a:gd name="p0x15" fmla="*/ 53 w 10935"/>
              <a:gd name="p0y15" fmla="*/ 0 h 3870"/>
              <a:gd name="p0x16" fmla="*/ 120 w 10935"/>
              <a:gd name="p0y16" fmla="*/ 0 h 3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657225" y="15093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63267" y="1540669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cs typeface="+mn-lt"/>
              </a:rPr>
              <a:t>1</a:t>
            </a:r>
            <a:endParaRPr sz="165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114425" y="1460182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A5E7A"/>
                </a:solidFill>
                <a:cs typeface="+mn-lt"/>
              </a:rPr>
              <a:t>仿真验证</a:t>
            </a:r>
            <a:endParaRPr sz="2100" b="1" spc="42">
              <a:solidFill>
                <a:srgbClr val="1A5E7A"/>
              </a:solidFill>
              <a:cs typeface="+mn-lt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657225" y="214312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866775" y="2024063"/>
            <a:ext cx="63436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7A8F"/>
                </a:solidFill>
                <a:cs typeface="+mn-lt"/>
              </a:rPr>
              <a:t>使用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 </a:t>
            </a:r>
            <a:r>
              <a:rPr sz="1500" b="1">
                <a:solidFill>
                  <a:srgbClr val="1A5E7A"/>
                </a:solidFill>
                <a:cs typeface="+mn-lt"/>
              </a:rPr>
              <a:t>LTspice XVII</a:t>
            </a:r>
            <a:r>
              <a:rPr lang="en-US" sz="1500">
                <a:solidFill>
                  <a:srgbClr val="4A7A8F"/>
                </a:solidFill>
                <a:cs typeface="+mn-lt"/>
              </a:rPr>
              <a:t> 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对电源电路进行稳定性与功耗仿真，验证电源滤波网络性能，确保负载变化时输出电压纹波控制在可接受范围内</a:t>
            </a:r>
            <a:endParaRPr lang="zh-CN" altLang="en-US"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657225" y="275272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866775" y="2633663"/>
            <a:ext cx="63436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仿真结果覆盖系统在不同工作模式下的功耗分布，为后续低功耗设计提供理论依据，确保电池供电场景下的长续航指标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12"/>
            </p:custDataLst>
          </p:nvPr>
        </p:nvSpPr>
        <p:spPr>
          <a:xfrm>
            <a:off x="483439" y="1285875"/>
            <a:ext cx="6900773" cy="28575"/>
          </a:xfrm>
          <a:custGeom>
            <a:avLst/>
            <a:gdLst>
              <a:gd name="sw" fmla="*/ 1 w 10920"/>
              <a:gd name="sh" fmla="*/ 1 h 45"/>
              <a:gd name="mins" fmla="min sw sh"/>
              <a:gd name="dsw" fmla="+- 0 sw mins"/>
              <a:gd name="dsh" fmla="+- 0 sh mins"/>
              <a:gd name="p0x0" fmla="*/ 45 w 10920"/>
              <a:gd name="p0y0" fmla="*/ 0 h 45"/>
              <a:gd name="p0x1" fmla="*/ 10875 w 10920"/>
              <a:gd name="p0y1" fmla="*/ 0 h 45"/>
              <a:gd name="p0x2" fmla="*/ 10899 w 10920"/>
              <a:gd name="p0y2" fmla="*/ 0 h 45"/>
              <a:gd name="p0x3" fmla="*/ 10920 w 10920"/>
              <a:gd name="p0y3" fmla="*/ 20 h 45"/>
              <a:gd name="p0x4" fmla="*/ 10920 w 10920"/>
              <a:gd name="p0y4" fmla="*/ 45 h 45"/>
              <a:gd name="p0x5" fmla="*/ 0 w 10920"/>
              <a:gd name="p0y5" fmla="*/ 45 h 45"/>
              <a:gd name="p0x6" fmla="*/ 0 w 10920"/>
              <a:gd name="p0y6" fmla="*/ 20 h 45"/>
              <a:gd name="p0x7" fmla="*/ 20 w 10920"/>
              <a:gd name="p0y7" fmla="*/ 0 h 45"/>
              <a:gd name="p0x8" fmla="*/ 45 w 10920"/>
              <a:gd name="p0y8" fmla="*/ 0 h 45"/>
            </a:gdLst>
            <a:ahLst/>
            <a:cxnLst/>
            <a:pathLst>
              <a:path w="10867" h="45">
                <a:moveTo>
                  <a:pt x="94" y="0"/>
                </a:moveTo>
                <a:lnTo>
                  <a:pt x="10774" y="0"/>
                </a:lnTo>
                <a:cubicBezTo>
                  <a:pt x="10811" y="-3"/>
                  <a:pt x="10854" y="25"/>
                  <a:pt x="1086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461645" y="3938270"/>
            <a:ext cx="6943725" cy="2457450"/>
          </a:xfrm>
          <a:custGeom>
            <a:avLst/>
            <a:gdLst>
              <a:gd name="sw" fmla="*/ 1 w 10935"/>
              <a:gd name="sh" fmla="*/ 1 h 3870"/>
              <a:gd name="mins" fmla="min sw sh"/>
              <a:gd name="dsw" fmla="+- 0 sw mins"/>
              <a:gd name="dsh" fmla="+- 0 sh mins"/>
              <a:gd name="p0x0" fmla="*/ 120 w 10935"/>
              <a:gd name="p0y0" fmla="*/ 0 h 3870"/>
              <a:gd name="p0x1" fmla="*/ 10815 w 10935"/>
              <a:gd name="p0y1" fmla="*/ 0 h 3870"/>
              <a:gd name="p0x2" fmla="*/ 10881 w 10935"/>
              <a:gd name="p0y2" fmla="*/ 0 h 3870"/>
              <a:gd name="p0x3" fmla="*/ 10935 w 10935"/>
              <a:gd name="p0y3" fmla="*/ 53 h 3870"/>
              <a:gd name="p0x4" fmla="*/ 10935 w 10935"/>
              <a:gd name="p0y4" fmla="*/ 120 h 3870"/>
              <a:gd name="p0x5" fmla="*/ 10935 w 10935"/>
              <a:gd name="p0y5" fmla="*/ 3750 h 3870"/>
              <a:gd name="p0x6" fmla="*/ 10935 w 10935"/>
              <a:gd name="p0y6" fmla="*/ 3816 h 3870"/>
              <a:gd name="p0x7" fmla="*/ 10881 w 10935"/>
              <a:gd name="p0y7" fmla="*/ 3870 h 3870"/>
              <a:gd name="p0x8" fmla="*/ 10815 w 10935"/>
              <a:gd name="p0y8" fmla="*/ 3870 h 3870"/>
              <a:gd name="p0x9" fmla="*/ 120 w 10935"/>
              <a:gd name="p0y9" fmla="*/ 3870 h 3870"/>
              <a:gd name="p0x10" fmla="*/ 53 w 10935"/>
              <a:gd name="p0y10" fmla="*/ 3870 h 3870"/>
              <a:gd name="p0x11" fmla="*/ 0 w 10935"/>
              <a:gd name="p0y11" fmla="*/ 3816 h 3870"/>
              <a:gd name="p0x12" fmla="*/ 0 w 10935"/>
              <a:gd name="p0y12" fmla="*/ 3750 h 3870"/>
              <a:gd name="p0x13" fmla="*/ 0 w 10935"/>
              <a:gd name="p0y13" fmla="*/ 120 h 3870"/>
              <a:gd name="p0x14" fmla="*/ 0 w 10935"/>
              <a:gd name="p0y14" fmla="*/ 53 h 3870"/>
              <a:gd name="p0x15" fmla="*/ 53 w 10935"/>
              <a:gd name="p0y15" fmla="*/ 0 h 3870"/>
              <a:gd name="p0x16" fmla="*/ 120 w 10935"/>
              <a:gd name="p0y16" fmla="*/ 0 h 3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657225" y="41668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763267" y="4198144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cs typeface="+mn-lt"/>
              </a:rPr>
              <a:t>2</a:t>
            </a:r>
            <a:endParaRPr sz="165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114425" y="411765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A5E7A"/>
                </a:solidFill>
                <a:cs typeface="+mn-lt"/>
              </a:rPr>
              <a:t>设计闭环</a:t>
            </a:r>
            <a:endParaRPr sz="2100" b="1" spc="42">
              <a:solidFill>
                <a:srgbClr val="1A5E7A"/>
              </a:solidFill>
              <a:cs typeface="+mn-lt"/>
            </a:endParaRPr>
          </a:p>
        </p:txBody>
      </p:sp>
      <p:sp>
        <p:nvSpPr>
          <p:cNvPr id="20" name="任意多边形 19"/>
          <p:cNvSpPr/>
          <p:nvPr>
            <p:custDataLst>
              <p:tags r:id="rId17"/>
            </p:custDataLst>
          </p:nvPr>
        </p:nvSpPr>
        <p:spPr>
          <a:xfrm>
            <a:off x="657225" y="480060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866775" y="4681538"/>
            <a:ext cx="63436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7A8F"/>
                </a:solidFill>
                <a:cs typeface="+mn-lt"/>
              </a:rPr>
              <a:t>完成元器件选型与初步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BOM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清单编制，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BOM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清单包含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1A5E7A"/>
                </a:solidFill>
                <a:cs typeface="+mn-lt"/>
              </a:rPr>
              <a:t>LCSC</a:t>
            </a:r>
            <a:r>
              <a:rPr lang="zh-CN" altLang="en-US" sz="1500" b="1">
                <a:solidFill>
                  <a:srgbClr val="1A5E7A"/>
                </a:solidFill>
                <a:cs typeface="+mn-lt"/>
              </a:rPr>
              <a:t>元器件编号与单价</a:t>
            </a:r>
            <a:r>
              <a:rPr sz="1500">
                <a:solidFill>
                  <a:srgbClr val="4A7A8F"/>
                </a:solidFill>
                <a:cs typeface="+mn-lt"/>
              </a:rPr>
              <a:t>，便于后续采购与生产；选型遵循性能优先、成本控制原则，优先选择性价比高的国产元器件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657225" y="571500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866775" y="5595938"/>
            <a:ext cx="63436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7A8F"/>
                </a:solidFill>
                <a:cs typeface="+mn-lt"/>
              </a:rPr>
              <a:t>进行原理图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 </a:t>
            </a:r>
            <a:r>
              <a:rPr lang="zh-CN" altLang="zh-CN" sz="1500" b="1">
                <a:solidFill>
                  <a:srgbClr val="1A5E7A"/>
                </a:solidFill>
                <a:cs typeface="+mn-lt"/>
              </a:rPr>
              <a:t>电气规则检查（</a:t>
            </a:r>
            <a:r>
              <a:rPr lang="en-US" altLang="zh-CN" sz="1500" b="1">
                <a:solidFill>
                  <a:srgbClr val="1A5E7A"/>
                </a:solidFill>
                <a:cs typeface="+mn-lt"/>
              </a:rPr>
              <a:t>ERC</a:t>
            </a:r>
            <a:r>
              <a:rPr lang="zh-CN" altLang="en-US" sz="1500" b="1">
                <a:solidFill>
                  <a:srgbClr val="1A5E7A"/>
                </a:solidFill>
                <a:cs typeface="+mn-lt"/>
              </a:rPr>
              <a:t>）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，对检查报告中的问题逐条整改，最终实现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 </a:t>
            </a:r>
            <a:r>
              <a:rPr sz="1500" b="1">
                <a:solidFill>
                  <a:srgbClr val="1A5E7A"/>
                </a:solidFill>
                <a:cs typeface="+mn-lt"/>
              </a:rPr>
              <a:t>零错误</a:t>
            </a:r>
            <a:r>
              <a:rPr lang="en-US" sz="1500">
                <a:solidFill>
                  <a:srgbClr val="4A7A8F"/>
                </a:solidFill>
                <a:cs typeface="+mn-lt"/>
              </a:rPr>
              <a:t> 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的原理图设计，为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PCB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布局布线奠定坚实基础</a:t>
            </a:r>
            <a:endParaRPr lang="zh-CN" altLang="en-US"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16" name="任意多边形 15"/>
          <p:cNvSpPr/>
          <p:nvPr>
            <p:custDataLst>
              <p:tags r:id="rId21"/>
            </p:custDataLst>
          </p:nvPr>
        </p:nvSpPr>
        <p:spPr>
          <a:xfrm>
            <a:off x="483439" y="3943350"/>
            <a:ext cx="6900773" cy="28575"/>
          </a:xfrm>
          <a:custGeom>
            <a:avLst/>
            <a:gdLst>
              <a:gd name="sw" fmla="*/ 1 w 10920"/>
              <a:gd name="sh" fmla="*/ 1 h 45"/>
              <a:gd name="mins" fmla="min sw sh"/>
              <a:gd name="dsw" fmla="+- 0 sw mins"/>
              <a:gd name="dsh" fmla="+- 0 sh mins"/>
              <a:gd name="p0x0" fmla="*/ 45 w 10920"/>
              <a:gd name="p0y0" fmla="*/ 0 h 45"/>
              <a:gd name="p0x1" fmla="*/ 10875 w 10920"/>
              <a:gd name="p0y1" fmla="*/ 0 h 45"/>
              <a:gd name="p0x2" fmla="*/ 10899 w 10920"/>
              <a:gd name="p0y2" fmla="*/ 0 h 45"/>
              <a:gd name="p0x3" fmla="*/ 10920 w 10920"/>
              <a:gd name="p0y3" fmla="*/ 20 h 45"/>
              <a:gd name="p0x4" fmla="*/ 10920 w 10920"/>
              <a:gd name="p0y4" fmla="*/ 45 h 45"/>
              <a:gd name="p0x5" fmla="*/ 0 w 10920"/>
              <a:gd name="p0y5" fmla="*/ 45 h 45"/>
              <a:gd name="p0x6" fmla="*/ 0 w 10920"/>
              <a:gd name="p0y6" fmla="*/ 20 h 45"/>
              <a:gd name="p0x7" fmla="*/ 20 w 10920"/>
              <a:gd name="p0y7" fmla="*/ 0 h 45"/>
              <a:gd name="p0x8" fmla="*/ 45 w 10920"/>
              <a:gd name="p0y8" fmla="*/ 0 h 45"/>
            </a:gdLst>
            <a:ahLst/>
            <a:cxnLst/>
            <a:pathLst>
              <a:path w="10867" h="45">
                <a:moveTo>
                  <a:pt x="94" y="0"/>
                </a:moveTo>
                <a:lnTo>
                  <a:pt x="10774" y="0"/>
                </a:lnTo>
                <a:cubicBezTo>
                  <a:pt x="10811" y="-3"/>
                  <a:pt x="10854" y="25"/>
                  <a:pt x="1086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>
            <p:custDataLst>
              <p:tags r:id="rId22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3"/>
            </p:custDataLst>
          </p:nvPr>
        </p:nvSpPr>
        <p:spPr>
          <a:xfrm>
            <a:off x="609600" y="433388"/>
            <a:ext cx="5361461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3000" b="1">
                <a:solidFill>
                  <a:srgbClr val="1A5E7A"/>
                </a:solidFill>
                <a:cs typeface="+mn-lt"/>
              </a:rPr>
              <a:t>LTspice</a:t>
            </a:r>
            <a:r>
              <a:rPr lang="zh-CN" altLang="en-US" sz="3000" b="1">
                <a:solidFill>
                  <a:srgbClr val="1A5E7A"/>
                </a:solidFill>
                <a:cs typeface="+mn-lt"/>
              </a:rPr>
              <a:t>仿真验证与</a:t>
            </a:r>
            <a:r>
              <a:rPr lang="en-US" altLang="zh-CN" sz="3000" b="1">
                <a:solidFill>
                  <a:srgbClr val="1A5E7A"/>
                </a:solidFill>
                <a:cs typeface="+mn-lt"/>
              </a:rPr>
              <a:t>BOM</a:t>
            </a:r>
            <a:r>
              <a:rPr lang="zh-CN" altLang="en-US" sz="3000" b="1">
                <a:solidFill>
                  <a:srgbClr val="1A5E7A"/>
                </a:solidFill>
                <a:cs typeface="+mn-lt"/>
              </a:rPr>
              <a:t>编制</a:t>
            </a:r>
            <a:endParaRPr lang="zh-CN" altLang="en-US" sz="3000" b="1">
              <a:solidFill>
                <a:srgbClr val="1A5E7A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293019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66750" y="3189446"/>
            <a:ext cx="3467100" cy="1398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42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PCB</a:t>
            </a:r>
            <a:r>
              <a:rPr lang="zh-CN" sz="42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布局与</a:t>
            </a:r>
            <a:endParaRPr lang="zh-CN" sz="4200" b="1">
              <a:solidFill>
                <a:srgbClr val="1A5E7A"/>
              </a:solidFill>
              <a:latin typeface="+mj-lt"/>
              <a:ea typeface="+mj-ea"/>
              <a:cs typeface="+mj-lt"/>
            </a:endParaRPr>
          </a:p>
          <a:p>
            <a:pPr algn="l">
              <a:lnSpc>
                <a:spcPct val="104000"/>
              </a:lnSpc>
            </a:pPr>
            <a:r>
              <a:rPr sz="42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布线核心技术</a:t>
            </a:r>
            <a:endParaRPr sz="4200" b="1">
              <a:solidFill>
                <a:srgbClr val="1A5E7A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66750" y="4941094"/>
            <a:ext cx="324653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 spc="30">
                <a:solidFill>
                  <a:srgbClr val="4A7A8F"/>
                </a:solidFill>
                <a:cs typeface="+mn-lt"/>
              </a:rPr>
              <a:t>4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层板叠层设计，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50Ω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射频阻抗匹配</a:t>
            </a:r>
            <a:endParaRPr lang="zh-CN" altLang="en-US"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666750" y="5245894"/>
            <a:ext cx="3785292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信号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-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地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-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电源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-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信号，每一层都是精心设计</a:t>
            </a:r>
            <a:endParaRPr lang="zh-CN" altLang="en-US"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 rot="2700000">
            <a:off x="666750" y="1356995"/>
            <a:ext cx="47625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819910" y="137604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666750" y="1740694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2AA4D0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03</a:t>
            </a:r>
            <a:endParaRPr sz="9000" b="1">
              <a:solidFill>
                <a:srgbClr val="2AA4D0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666750" y="4783455"/>
            <a:ext cx="381000" cy="1905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433388"/>
            <a:ext cx="5571754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1A5E7A"/>
                </a:solidFill>
                <a:cs typeface="+mn-lt"/>
              </a:rPr>
              <a:t>4</a:t>
            </a:r>
            <a:r>
              <a:rPr lang="zh-CN" sz="3000" b="1">
                <a:solidFill>
                  <a:srgbClr val="1A5E7A"/>
                </a:solidFill>
                <a:cs typeface="+mn-lt"/>
              </a:rPr>
              <a:t>层板叠层设计与关键器件布局</a:t>
            </a:r>
            <a:endParaRPr lang="zh-CN" sz="30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461645" y="1052195"/>
            <a:ext cx="5708015" cy="2847975"/>
          </a:xfrm>
          <a:custGeom>
            <a:avLst/>
            <a:gdLst>
              <a:gd name="sw" fmla="*/ 1 w 8989"/>
              <a:gd name="sh" fmla="*/ 1 h 4485"/>
              <a:gd name="mins" fmla="min sw sh"/>
              <a:gd name="dsw" fmla="+- 0 sw mins"/>
              <a:gd name="dsh" fmla="+- 0 sh mins"/>
              <a:gd name="p0x0" fmla="*/ 120 w 8989"/>
              <a:gd name="p0y0" fmla="*/ 0 h 4485"/>
              <a:gd name="p0x1" fmla="*/ 8869 w 8989"/>
              <a:gd name="p0y1" fmla="*/ 0 h 4485"/>
              <a:gd name="p0x2" fmla="*/ 8935 w 8989"/>
              <a:gd name="p0y2" fmla="*/ 0 h 4485"/>
              <a:gd name="p0x3" fmla="*/ 8989 w 8989"/>
              <a:gd name="p0y3" fmla="*/ 53 h 4485"/>
              <a:gd name="p0x4" fmla="*/ 8989 w 8989"/>
              <a:gd name="p0y4" fmla="*/ 120 h 4485"/>
              <a:gd name="p0x5" fmla="*/ 8989 w 8989"/>
              <a:gd name="p0y5" fmla="*/ 4365 h 4485"/>
              <a:gd name="p0x6" fmla="*/ 8989 w 8989"/>
              <a:gd name="p0y6" fmla="*/ 4431 h 4485"/>
              <a:gd name="p0x7" fmla="*/ 8935 w 8989"/>
              <a:gd name="p0y7" fmla="*/ 4485 h 4485"/>
              <a:gd name="p0x8" fmla="*/ 8869 w 8989"/>
              <a:gd name="p0y8" fmla="*/ 4485 h 4485"/>
              <a:gd name="p0x9" fmla="*/ 120 w 8989"/>
              <a:gd name="p0y9" fmla="*/ 4485 h 4485"/>
              <a:gd name="p0x10" fmla="*/ 53 w 8989"/>
              <a:gd name="p0y10" fmla="*/ 4485 h 4485"/>
              <a:gd name="p0x11" fmla="*/ 0 w 8989"/>
              <a:gd name="p0y11" fmla="*/ 4431 h 4485"/>
              <a:gd name="p0x12" fmla="*/ 0 w 8989"/>
              <a:gd name="p0y12" fmla="*/ 4365 h 4485"/>
              <a:gd name="p0x13" fmla="*/ 0 w 8989"/>
              <a:gd name="p0y13" fmla="*/ 120 h 4485"/>
              <a:gd name="p0x14" fmla="*/ 0 w 8989"/>
              <a:gd name="p0y14" fmla="*/ 53 h 4485"/>
              <a:gd name="p0x15" fmla="*/ 53 w 8989"/>
              <a:gd name="p0y15" fmla="*/ 0 h 4485"/>
              <a:gd name="p0x16" fmla="*/ 120 w 8989"/>
              <a:gd name="p0y16" fmla="*/ 0 h 44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19125" y="1156335"/>
            <a:ext cx="5393903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1A5E7A"/>
                </a:solidFill>
                <a:cs typeface="+mn-lt"/>
              </a:rPr>
              <a:t>叠层结构与板框规格</a:t>
            </a:r>
            <a:endParaRPr b="1" spc="36">
              <a:solidFill>
                <a:srgbClr val="1A5E7A"/>
              </a:solidFill>
              <a:cs typeface="+mn-lt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19125" y="1571625"/>
            <a:ext cx="5393690" cy="209550"/>
          </a:xfrm>
          <a:custGeom>
            <a:avLst/>
            <a:gdLst>
              <a:gd name="sw" fmla="*/ 1 w 8494"/>
              <a:gd name="sh" fmla="*/ 1 h 330"/>
              <a:gd name="mins" fmla="min sw sh"/>
              <a:gd name="dsw" fmla="+- 0 sw mins"/>
              <a:gd name="dsh" fmla="+- 0 sh mins"/>
              <a:gd name="p0x0" fmla="*/ 60 w 8494"/>
              <a:gd name="p0y0" fmla="*/ 0 h 330"/>
              <a:gd name="p0x1" fmla="*/ 8434 w 8494"/>
              <a:gd name="p0y1" fmla="*/ 0 h 330"/>
              <a:gd name="p0x2" fmla="*/ 8467 w 8494"/>
              <a:gd name="p0y2" fmla="*/ 0 h 330"/>
              <a:gd name="p0x3" fmla="*/ 8494 w 8494"/>
              <a:gd name="p0y3" fmla="*/ 26 h 330"/>
              <a:gd name="p0x4" fmla="*/ 8494 w 8494"/>
              <a:gd name="p0y4" fmla="*/ 60 h 330"/>
              <a:gd name="p0x5" fmla="*/ 8494 w 8494"/>
              <a:gd name="p0y5" fmla="*/ 270 h 330"/>
              <a:gd name="p0x6" fmla="*/ 8494 w 8494"/>
              <a:gd name="p0y6" fmla="*/ 303 h 330"/>
              <a:gd name="p0x7" fmla="*/ 8467 w 8494"/>
              <a:gd name="p0y7" fmla="*/ 330 h 330"/>
              <a:gd name="p0x8" fmla="*/ 8434 w 8494"/>
              <a:gd name="p0y8" fmla="*/ 330 h 330"/>
              <a:gd name="p0x9" fmla="*/ 60 w 8494"/>
              <a:gd name="p0y9" fmla="*/ 330 h 330"/>
              <a:gd name="p0x10" fmla="*/ 26 w 8494"/>
              <a:gd name="p0y10" fmla="*/ 330 h 330"/>
              <a:gd name="p0x11" fmla="*/ 0 w 8494"/>
              <a:gd name="p0y11" fmla="*/ 303 h 330"/>
              <a:gd name="p0x12" fmla="*/ 0 w 8494"/>
              <a:gd name="p0y12" fmla="*/ 270 h 330"/>
              <a:gd name="p0x13" fmla="*/ 0 w 8494"/>
              <a:gd name="p0y13" fmla="*/ 60 h 330"/>
              <a:gd name="p0x14" fmla="*/ 0 w 8494"/>
              <a:gd name="p0y14" fmla="*/ 26 h 330"/>
              <a:gd name="p0x15" fmla="*/ 26 w 8494"/>
              <a:gd name="p0y15" fmla="*/ 0 h 330"/>
              <a:gd name="p0x16" fmla="*/ 60 w 8494"/>
              <a:gd name="p0y16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695325" y="1595438"/>
            <a:ext cx="524150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sz="975" b="1">
                <a:solidFill>
                  <a:srgbClr val="FFFFFF"/>
                </a:solidFill>
                <a:cs typeface="+mn-lt"/>
              </a:rPr>
              <a:t>L1 </a:t>
            </a:r>
            <a:r>
              <a:rPr lang="zh-CN" sz="975" b="1">
                <a:solidFill>
                  <a:srgbClr val="FFFFFF"/>
                </a:solidFill>
                <a:cs typeface="+mn-lt"/>
              </a:rPr>
              <a:t>信号层</a:t>
            </a:r>
            <a:endParaRPr lang="zh-CN" sz="975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619125" y="1819275"/>
            <a:ext cx="5393690" cy="209550"/>
          </a:xfrm>
          <a:custGeom>
            <a:avLst/>
            <a:gdLst>
              <a:gd name="sw" fmla="*/ 1 w 8494"/>
              <a:gd name="sh" fmla="*/ 1 h 330"/>
              <a:gd name="mins" fmla="min sw sh"/>
              <a:gd name="dsw" fmla="+- 0 sw mins"/>
              <a:gd name="dsh" fmla="+- 0 sh mins"/>
              <a:gd name="p0x0" fmla="*/ 60 w 8494"/>
              <a:gd name="p0y0" fmla="*/ 0 h 330"/>
              <a:gd name="p0x1" fmla="*/ 8434 w 8494"/>
              <a:gd name="p0y1" fmla="*/ 0 h 330"/>
              <a:gd name="p0x2" fmla="*/ 8467 w 8494"/>
              <a:gd name="p0y2" fmla="*/ 0 h 330"/>
              <a:gd name="p0x3" fmla="*/ 8494 w 8494"/>
              <a:gd name="p0y3" fmla="*/ 26 h 330"/>
              <a:gd name="p0x4" fmla="*/ 8494 w 8494"/>
              <a:gd name="p0y4" fmla="*/ 60 h 330"/>
              <a:gd name="p0x5" fmla="*/ 8494 w 8494"/>
              <a:gd name="p0y5" fmla="*/ 270 h 330"/>
              <a:gd name="p0x6" fmla="*/ 8494 w 8494"/>
              <a:gd name="p0y6" fmla="*/ 303 h 330"/>
              <a:gd name="p0x7" fmla="*/ 8467 w 8494"/>
              <a:gd name="p0y7" fmla="*/ 330 h 330"/>
              <a:gd name="p0x8" fmla="*/ 8434 w 8494"/>
              <a:gd name="p0y8" fmla="*/ 330 h 330"/>
              <a:gd name="p0x9" fmla="*/ 60 w 8494"/>
              <a:gd name="p0y9" fmla="*/ 330 h 330"/>
              <a:gd name="p0x10" fmla="*/ 26 w 8494"/>
              <a:gd name="p0y10" fmla="*/ 330 h 330"/>
              <a:gd name="p0x11" fmla="*/ 0 w 8494"/>
              <a:gd name="p0y11" fmla="*/ 303 h 330"/>
              <a:gd name="p0x12" fmla="*/ 0 w 8494"/>
              <a:gd name="p0y12" fmla="*/ 270 h 330"/>
              <a:gd name="p0x13" fmla="*/ 0 w 8494"/>
              <a:gd name="p0y13" fmla="*/ 60 h 330"/>
              <a:gd name="p0x14" fmla="*/ 0 w 8494"/>
              <a:gd name="p0y14" fmla="*/ 26 h 330"/>
              <a:gd name="p0x15" fmla="*/ 26 w 8494"/>
              <a:gd name="p0y15" fmla="*/ 0 h 330"/>
              <a:gd name="p0x16" fmla="*/ 60 w 8494"/>
              <a:gd name="p0y16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592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695325" y="1843088"/>
            <a:ext cx="524150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sz="975" b="1">
                <a:solidFill>
                  <a:srgbClr val="FFFFFF"/>
                </a:solidFill>
                <a:cs typeface="+mn-lt"/>
              </a:rPr>
              <a:t>L2 </a:t>
            </a:r>
            <a:r>
              <a:rPr lang="zh-CN" sz="975" b="1">
                <a:solidFill>
                  <a:srgbClr val="FFFFFF"/>
                </a:solidFill>
                <a:cs typeface="+mn-lt"/>
              </a:rPr>
              <a:t>地层</a:t>
            </a:r>
            <a:endParaRPr lang="zh-CN" sz="975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2" name="任意多边形 11"/>
          <p:cNvSpPr/>
          <p:nvPr>
            <p:custDataLst>
              <p:tags r:id="rId9"/>
            </p:custDataLst>
          </p:nvPr>
        </p:nvSpPr>
        <p:spPr>
          <a:xfrm>
            <a:off x="619125" y="2066925"/>
            <a:ext cx="5393690" cy="209550"/>
          </a:xfrm>
          <a:custGeom>
            <a:avLst/>
            <a:gdLst>
              <a:gd name="sw" fmla="*/ 1 w 8494"/>
              <a:gd name="sh" fmla="*/ 1 h 330"/>
              <a:gd name="mins" fmla="min sw sh"/>
              <a:gd name="dsw" fmla="+- 0 sw mins"/>
              <a:gd name="dsh" fmla="+- 0 sh mins"/>
              <a:gd name="p0x0" fmla="*/ 60 w 8494"/>
              <a:gd name="p0y0" fmla="*/ 0 h 330"/>
              <a:gd name="p0x1" fmla="*/ 8434 w 8494"/>
              <a:gd name="p0y1" fmla="*/ 0 h 330"/>
              <a:gd name="p0x2" fmla="*/ 8467 w 8494"/>
              <a:gd name="p0y2" fmla="*/ 0 h 330"/>
              <a:gd name="p0x3" fmla="*/ 8494 w 8494"/>
              <a:gd name="p0y3" fmla="*/ 26 h 330"/>
              <a:gd name="p0x4" fmla="*/ 8494 w 8494"/>
              <a:gd name="p0y4" fmla="*/ 60 h 330"/>
              <a:gd name="p0x5" fmla="*/ 8494 w 8494"/>
              <a:gd name="p0y5" fmla="*/ 270 h 330"/>
              <a:gd name="p0x6" fmla="*/ 8494 w 8494"/>
              <a:gd name="p0y6" fmla="*/ 303 h 330"/>
              <a:gd name="p0x7" fmla="*/ 8467 w 8494"/>
              <a:gd name="p0y7" fmla="*/ 330 h 330"/>
              <a:gd name="p0x8" fmla="*/ 8434 w 8494"/>
              <a:gd name="p0y8" fmla="*/ 330 h 330"/>
              <a:gd name="p0x9" fmla="*/ 60 w 8494"/>
              <a:gd name="p0y9" fmla="*/ 330 h 330"/>
              <a:gd name="p0x10" fmla="*/ 26 w 8494"/>
              <a:gd name="p0y10" fmla="*/ 330 h 330"/>
              <a:gd name="p0x11" fmla="*/ 0 w 8494"/>
              <a:gd name="p0y11" fmla="*/ 303 h 330"/>
              <a:gd name="p0x12" fmla="*/ 0 w 8494"/>
              <a:gd name="p0y12" fmla="*/ 270 h 330"/>
              <a:gd name="p0x13" fmla="*/ 0 w 8494"/>
              <a:gd name="p0y13" fmla="*/ 60 h 330"/>
              <a:gd name="p0x14" fmla="*/ 0 w 8494"/>
              <a:gd name="p0y14" fmla="*/ 26 h 330"/>
              <a:gd name="p0x15" fmla="*/ 26 w 8494"/>
              <a:gd name="p0y15" fmla="*/ 0 h 330"/>
              <a:gd name="p0x16" fmla="*/ 60 w 8494"/>
              <a:gd name="p0y16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B3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695325" y="2090738"/>
            <a:ext cx="524150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sz="975" b="1">
                <a:solidFill>
                  <a:srgbClr val="664800"/>
                </a:solidFill>
                <a:cs typeface="+mn-lt"/>
              </a:rPr>
              <a:t>L3 </a:t>
            </a:r>
            <a:r>
              <a:rPr lang="zh-CN" sz="975" b="1">
                <a:solidFill>
                  <a:srgbClr val="664800"/>
                </a:solidFill>
                <a:cs typeface="+mn-lt"/>
              </a:rPr>
              <a:t>电源层</a:t>
            </a:r>
            <a:endParaRPr lang="zh-CN" sz="975" b="1">
              <a:solidFill>
                <a:srgbClr val="664800"/>
              </a:solidFill>
              <a:cs typeface="+mn-lt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619125" y="2314575"/>
            <a:ext cx="5393690" cy="209550"/>
          </a:xfrm>
          <a:custGeom>
            <a:avLst/>
            <a:gdLst>
              <a:gd name="sw" fmla="*/ 1 w 8494"/>
              <a:gd name="sh" fmla="*/ 1 h 330"/>
              <a:gd name="mins" fmla="min sw sh"/>
              <a:gd name="dsw" fmla="+- 0 sw mins"/>
              <a:gd name="dsh" fmla="+- 0 sh mins"/>
              <a:gd name="p0x0" fmla="*/ 60 w 8494"/>
              <a:gd name="p0y0" fmla="*/ 0 h 330"/>
              <a:gd name="p0x1" fmla="*/ 8434 w 8494"/>
              <a:gd name="p0y1" fmla="*/ 0 h 330"/>
              <a:gd name="p0x2" fmla="*/ 8467 w 8494"/>
              <a:gd name="p0y2" fmla="*/ 0 h 330"/>
              <a:gd name="p0x3" fmla="*/ 8494 w 8494"/>
              <a:gd name="p0y3" fmla="*/ 26 h 330"/>
              <a:gd name="p0x4" fmla="*/ 8494 w 8494"/>
              <a:gd name="p0y4" fmla="*/ 60 h 330"/>
              <a:gd name="p0x5" fmla="*/ 8494 w 8494"/>
              <a:gd name="p0y5" fmla="*/ 270 h 330"/>
              <a:gd name="p0x6" fmla="*/ 8494 w 8494"/>
              <a:gd name="p0y6" fmla="*/ 303 h 330"/>
              <a:gd name="p0x7" fmla="*/ 8467 w 8494"/>
              <a:gd name="p0y7" fmla="*/ 330 h 330"/>
              <a:gd name="p0x8" fmla="*/ 8434 w 8494"/>
              <a:gd name="p0y8" fmla="*/ 330 h 330"/>
              <a:gd name="p0x9" fmla="*/ 60 w 8494"/>
              <a:gd name="p0y9" fmla="*/ 330 h 330"/>
              <a:gd name="p0x10" fmla="*/ 26 w 8494"/>
              <a:gd name="p0y10" fmla="*/ 330 h 330"/>
              <a:gd name="p0x11" fmla="*/ 0 w 8494"/>
              <a:gd name="p0y11" fmla="*/ 303 h 330"/>
              <a:gd name="p0x12" fmla="*/ 0 w 8494"/>
              <a:gd name="p0y12" fmla="*/ 270 h 330"/>
              <a:gd name="p0x13" fmla="*/ 0 w 8494"/>
              <a:gd name="p0y13" fmla="*/ 60 h 330"/>
              <a:gd name="p0x14" fmla="*/ 0 w 8494"/>
              <a:gd name="p0y14" fmla="*/ 26 h 330"/>
              <a:gd name="p0x15" fmla="*/ 26 w 8494"/>
              <a:gd name="p0y15" fmla="*/ 0 h 330"/>
              <a:gd name="p0x16" fmla="*/ 60 w 8494"/>
              <a:gd name="p0y16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695325" y="2338388"/>
            <a:ext cx="524150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sz="975" b="1">
                <a:solidFill>
                  <a:srgbClr val="FFFFFF"/>
                </a:solidFill>
                <a:cs typeface="+mn-lt"/>
              </a:rPr>
              <a:t>L4 </a:t>
            </a:r>
            <a:r>
              <a:rPr lang="zh-CN" sz="975" b="1">
                <a:solidFill>
                  <a:srgbClr val="FFFFFF"/>
                </a:solidFill>
                <a:cs typeface="+mn-lt"/>
              </a:rPr>
              <a:t>信号层</a:t>
            </a:r>
            <a:endParaRPr lang="zh-CN" sz="975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6" name="任意多边形 15"/>
          <p:cNvSpPr/>
          <p:nvPr>
            <p:custDataLst>
              <p:tags r:id="rId13"/>
            </p:custDataLst>
          </p:nvPr>
        </p:nvSpPr>
        <p:spPr>
          <a:xfrm>
            <a:off x="619125" y="2762250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762000" y="2686050"/>
            <a:ext cx="5251028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125" b="1">
                <a:solidFill>
                  <a:srgbClr val="0D4A63"/>
                </a:solidFill>
                <a:cs typeface="+mn-lt"/>
              </a:rPr>
              <a:t>信号</a:t>
            </a:r>
            <a:r>
              <a:rPr lang="en-US" altLang="zh-CN" sz="1125" b="1">
                <a:solidFill>
                  <a:srgbClr val="0D4A63"/>
                </a:solidFill>
                <a:cs typeface="+mn-lt"/>
              </a:rPr>
              <a:t>-</a:t>
            </a:r>
            <a:r>
              <a:rPr lang="zh-CN" altLang="en-US" sz="1125" b="1">
                <a:solidFill>
                  <a:srgbClr val="0D4A63"/>
                </a:solidFill>
                <a:cs typeface="+mn-lt"/>
              </a:rPr>
              <a:t>地</a:t>
            </a:r>
            <a:r>
              <a:rPr lang="en-US" altLang="zh-CN" sz="1125" b="1">
                <a:solidFill>
                  <a:srgbClr val="0D4A63"/>
                </a:solidFill>
                <a:cs typeface="+mn-lt"/>
              </a:rPr>
              <a:t>-</a:t>
            </a:r>
            <a:r>
              <a:rPr lang="zh-CN" altLang="en-US" sz="1125" b="1">
                <a:solidFill>
                  <a:srgbClr val="0D4A63"/>
                </a:solidFill>
                <a:cs typeface="+mn-lt"/>
              </a:rPr>
              <a:t>电源</a:t>
            </a:r>
            <a:r>
              <a:rPr lang="en-US" altLang="zh-CN" sz="1125" b="1">
                <a:solidFill>
                  <a:srgbClr val="0D4A63"/>
                </a:solidFill>
                <a:cs typeface="+mn-lt"/>
              </a:rPr>
              <a:t>-</a:t>
            </a:r>
            <a:r>
              <a:rPr lang="zh-CN" altLang="en-US" sz="1125" b="1">
                <a:solidFill>
                  <a:srgbClr val="0D4A63"/>
                </a:solidFill>
                <a:cs typeface="+mn-lt"/>
              </a:rPr>
              <a:t>信号</a:t>
            </a:r>
            <a:r>
              <a:rPr lang="en-US" sz="1125">
                <a:solidFill>
                  <a:srgbClr val="1A5E7A"/>
                </a:solidFill>
                <a:cs typeface="+mn-lt"/>
              </a:rPr>
              <a:t> 4</a:t>
            </a:r>
            <a:r>
              <a:rPr lang="zh-CN" sz="1125">
                <a:solidFill>
                  <a:srgbClr val="1A5E7A"/>
                </a:solidFill>
                <a:cs typeface="+mn-lt"/>
              </a:rPr>
              <a:t>层板叠层：降低信号回路面积，减少电磁干扰，为电源层提供低阻抗路径</a:t>
            </a:r>
            <a:endParaRPr lang="zh-CN" sz="1125">
              <a:solidFill>
                <a:srgbClr val="1A5E7A"/>
              </a:solidFill>
              <a:cs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619125" y="3257550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762000" y="3181350"/>
            <a:ext cx="4914824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125">
                <a:solidFill>
                  <a:srgbClr val="1A5E7A"/>
                </a:solidFill>
                <a:cs typeface="+mn-lt"/>
              </a:rPr>
              <a:t>叠层设计说明文档记录各层</a:t>
            </a:r>
            <a:r>
              <a:rPr lang="en-US" altLang="zh-CN" sz="1125">
                <a:solidFill>
                  <a:srgbClr val="1A5E7A"/>
                </a:solidFill>
                <a:cs typeface="+mn-lt"/>
              </a:rPr>
              <a:t> </a:t>
            </a:r>
            <a:r>
              <a:rPr lang="zh-CN" altLang="zh-CN" sz="1125" b="1">
                <a:solidFill>
                  <a:srgbClr val="0D4A63"/>
                </a:solidFill>
                <a:cs typeface="+mn-lt"/>
              </a:rPr>
              <a:t>厚度</a:t>
            </a:r>
            <a:r>
              <a:rPr lang="en-US" altLang="zh-CN" sz="1125" b="1">
                <a:solidFill>
                  <a:srgbClr val="0D4A63"/>
                </a:solidFill>
                <a:cs typeface="+mn-lt"/>
              </a:rPr>
              <a:t> / </a:t>
            </a:r>
            <a:r>
              <a:rPr lang="zh-CN" altLang="en-US" sz="1125" b="1">
                <a:solidFill>
                  <a:srgbClr val="0D4A63"/>
                </a:solidFill>
                <a:cs typeface="+mn-lt"/>
              </a:rPr>
              <a:t>材料</a:t>
            </a:r>
            <a:r>
              <a:rPr lang="en-US" altLang="zh-CN" sz="1125" b="1">
                <a:solidFill>
                  <a:srgbClr val="0D4A63"/>
                </a:solidFill>
                <a:cs typeface="+mn-lt"/>
              </a:rPr>
              <a:t> / </a:t>
            </a:r>
            <a:r>
              <a:rPr lang="zh-CN" altLang="en-US" sz="1125" b="1">
                <a:solidFill>
                  <a:srgbClr val="0D4A63"/>
                </a:solidFill>
                <a:cs typeface="+mn-lt"/>
              </a:rPr>
              <a:t>介电常数</a:t>
            </a:r>
            <a:r>
              <a:rPr sz="1125">
                <a:solidFill>
                  <a:srgbClr val="1A5E7A"/>
                </a:solidFill>
                <a:cs typeface="+mn-lt"/>
              </a:rPr>
              <a:t>，为阻抗控制提供依据</a:t>
            </a:r>
            <a:endParaRPr sz="1125">
              <a:solidFill>
                <a:srgbClr val="1A5E7A"/>
              </a:solidFill>
              <a:cs typeface="+mn-lt"/>
            </a:endParaRPr>
          </a:p>
        </p:txBody>
      </p:sp>
      <p:sp>
        <p:nvSpPr>
          <p:cNvPr id="20" name="任意多边形 19"/>
          <p:cNvSpPr/>
          <p:nvPr>
            <p:custDataLst>
              <p:tags r:id="rId17"/>
            </p:custDataLst>
          </p:nvPr>
        </p:nvSpPr>
        <p:spPr>
          <a:xfrm>
            <a:off x="619125" y="3552825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762000" y="3476625"/>
            <a:ext cx="459165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125">
                <a:solidFill>
                  <a:srgbClr val="1A5E7A"/>
                </a:solidFill>
                <a:cs typeface="+mn-lt"/>
              </a:rPr>
              <a:t>板框尺寸</a:t>
            </a:r>
            <a:r>
              <a:rPr lang="en-US" altLang="zh-CN" sz="1125">
                <a:solidFill>
                  <a:srgbClr val="1A5E7A"/>
                </a:solidFill>
                <a:cs typeface="+mn-lt"/>
              </a:rPr>
              <a:t> </a:t>
            </a:r>
            <a:r>
              <a:rPr lang="en-US" altLang="zh-CN" sz="1125" b="1">
                <a:solidFill>
                  <a:srgbClr val="0D4A63"/>
                </a:solidFill>
                <a:cs typeface="+mn-lt"/>
              </a:rPr>
              <a:t>36mm</a:t>
            </a:r>
            <a:r>
              <a:rPr lang="zh-CN" altLang="en-US" sz="1125" b="1">
                <a:solidFill>
                  <a:srgbClr val="0D4A63"/>
                </a:solidFill>
                <a:cs typeface="+mn-lt"/>
              </a:rPr>
              <a:t>×</a:t>
            </a:r>
            <a:r>
              <a:rPr lang="en-US" altLang="zh-CN" sz="1125" b="1">
                <a:solidFill>
                  <a:srgbClr val="0D4A63"/>
                </a:solidFill>
                <a:cs typeface="+mn-lt"/>
              </a:rPr>
              <a:t>36mm</a:t>
            </a:r>
            <a:r>
              <a:rPr sz="1125">
                <a:solidFill>
                  <a:srgbClr val="1A5E7A"/>
                </a:solidFill>
                <a:cs typeface="+mn-lt"/>
              </a:rPr>
              <a:t>，圆形或方形可选，兼顾小型化与可制造性</a:t>
            </a:r>
            <a:endParaRPr sz="1125">
              <a:solidFill>
                <a:srgbClr val="1A5E7A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19"/>
            </p:custDataLst>
          </p:nvPr>
        </p:nvSpPr>
        <p:spPr>
          <a:xfrm>
            <a:off x="483439" y="1057278"/>
            <a:ext cx="5665061" cy="28572"/>
          </a:xfrm>
          <a:custGeom>
            <a:avLst/>
            <a:gdLst>
              <a:gd name="sw" fmla="*/ 1 w 8974"/>
              <a:gd name="sh" fmla="*/ 1 h 45"/>
              <a:gd name="mins" fmla="min sw sh"/>
              <a:gd name="dsw" fmla="+- 0 sw mins"/>
              <a:gd name="dsh" fmla="+- 0 sh mins"/>
              <a:gd name="p0x0" fmla="*/ 45 w 8974"/>
              <a:gd name="p0y0" fmla="*/ 0 h 45"/>
              <a:gd name="p0x1" fmla="*/ 8929 w 8974"/>
              <a:gd name="p0y1" fmla="*/ 0 h 45"/>
              <a:gd name="p0x2" fmla="*/ 8954 w 8974"/>
              <a:gd name="p0y2" fmla="*/ 0 h 45"/>
              <a:gd name="p0x3" fmla="*/ 8974 w 8974"/>
              <a:gd name="p0y3" fmla="*/ 20 h 45"/>
              <a:gd name="p0x4" fmla="*/ 8974 w 8974"/>
              <a:gd name="p0y4" fmla="*/ 45 h 45"/>
              <a:gd name="p0x5" fmla="*/ 0 w 8974"/>
              <a:gd name="p0y5" fmla="*/ 45 h 45"/>
              <a:gd name="p0x6" fmla="*/ 0 w 8974"/>
              <a:gd name="p0y6" fmla="*/ 20 h 45"/>
              <a:gd name="p0x7" fmla="*/ 20 w 8974"/>
              <a:gd name="p0y7" fmla="*/ 0 h 45"/>
              <a:gd name="p0x8" fmla="*/ 45 w 8974"/>
              <a:gd name="p0y8" fmla="*/ 0 h 45"/>
            </a:gdLst>
            <a:ahLst/>
            <a:cxnLst/>
            <a:pathLst>
              <a:path w="8921" h="45">
                <a:moveTo>
                  <a:pt x="8921" y="45"/>
                </a:move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lnTo>
                  <a:pt x="8828" y="0"/>
                </a:lnTo>
                <a:cubicBezTo>
                  <a:pt x="8865" y="-3"/>
                  <a:pt x="8908" y="25"/>
                  <a:pt x="8921" y="4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0"/>
            </p:custDataLst>
          </p:nvPr>
        </p:nvSpPr>
        <p:spPr>
          <a:xfrm>
            <a:off x="6293485" y="1052195"/>
            <a:ext cx="5436235" cy="2847975"/>
          </a:xfrm>
          <a:custGeom>
            <a:avLst/>
            <a:gdLst>
              <a:gd name="sw" fmla="*/ 1 w 8560"/>
              <a:gd name="sh" fmla="*/ 1 h 4485"/>
              <a:gd name="mins" fmla="min sw sh"/>
              <a:gd name="dsw" fmla="+- 0 sw mins"/>
              <a:gd name="dsh" fmla="+- 0 sh mins"/>
              <a:gd name="p0x0" fmla="*/ 120 w 8560"/>
              <a:gd name="p0y0" fmla="*/ 0 h 4485"/>
              <a:gd name="p0x1" fmla="*/ 8440 w 8560"/>
              <a:gd name="p0y1" fmla="*/ 0 h 4485"/>
              <a:gd name="p0x2" fmla="*/ 8506 w 8560"/>
              <a:gd name="p0y2" fmla="*/ 0 h 4485"/>
              <a:gd name="p0x3" fmla="*/ 8560 w 8560"/>
              <a:gd name="p0y3" fmla="*/ 53 h 4485"/>
              <a:gd name="p0x4" fmla="*/ 8560 w 8560"/>
              <a:gd name="p0y4" fmla="*/ 120 h 4485"/>
              <a:gd name="p0x5" fmla="*/ 8560 w 8560"/>
              <a:gd name="p0y5" fmla="*/ 4365 h 4485"/>
              <a:gd name="p0x6" fmla="*/ 8560 w 8560"/>
              <a:gd name="p0y6" fmla="*/ 4431 h 4485"/>
              <a:gd name="p0x7" fmla="*/ 8506 w 8560"/>
              <a:gd name="p0y7" fmla="*/ 4485 h 4485"/>
              <a:gd name="p0x8" fmla="*/ 8440 w 8560"/>
              <a:gd name="p0y8" fmla="*/ 4485 h 4485"/>
              <a:gd name="p0x9" fmla="*/ 120 w 8560"/>
              <a:gd name="p0y9" fmla="*/ 4485 h 4485"/>
              <a:gd name="p0x10" fmla="*/ 53 w 8560"/>
              <a:gd name="p0y10" fmla="*/ 4485 h 4485"/>
              <a:gd name="p0x11" fmla="*/ 0 w 8560"/>
              <a:gd name="p0y11" fmla="*/ 4431 h 4485"/>
              <a:gd name="p0x12" fmla="*/ 0 w 8560"/>
              <a:gd name="p0y12" fmla="*/ 4365 h 4485"/>
              <a:gd name="p0x13" fmla="*/ 0 w 8560"/>
              <a:gd name="p0y13" fmla="*/ 120 h 4485"/>
              <a:gd name="p0x14" fmla="*/ 0 w 8560"/>
              <a:gd name="p0y14" fmla="*/ 53 h 4485"/>
              <a:gd name="p0x15" fmla="*/ 53 w 8560"/>
              <a:gd name="p0y15" fmla="*/ 0 h 4485"/>
              <a:gd name="p0x16" fmla="*/ 120 w 8560"/>
              <a:gd name="p0y16" fmla="*/ 0 h 44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1"/>
            </p:custDataLst>
          </p:nvPr>
        </p:nvSpPr>
        <p:spPr>
          <a:xfrm>
            <a:off x="6455410" y="1176020"/>
            <a:ext cx="5112385" cy="2600325"/>
          </a:xfrm>
          <a:custGeom>
            <a:avLst/>
            <a:gdLst>
              <a:gd name="sw" fmla="*/ 1 w 8050"/>
              <a:gd name="sh" fmla="*/ 1 h 4095"/>
              <a:gd name="mins" fmla="min sw sh"/>
              <a:gd name="dsw" fmla="+- 0 sw mins"/>
              <a:gd name="dsh" fmla="+- 0 sh mins"/>
              <a:gd name="p0x0" fmla="*/ 120 w 8050"/>
              <a:gd name="p0y0" fmla="*/ 0 h 4095"/>
              <a:gd name="p0x1" fmla="*/ 7930 w 8050"/>
              <a:gd name="p0y1" fmla="*/ 0 h 4095"/>
              <a:gd name="p0x2" fmla="*/ 7996 w 8050"/>
              <a:gd name="p0y2" fmla="*/ 0 h 4095"/>
              <a:gd name="p0x3" fmla="*/ 8050 w 8050"/>
              <a:gd name="p0y3" fmla="*/ 53 h 4095"/>
              <a:gd name="p0x4" fmla="*/ 8050 w 8050"/>
              <a:gd name="p0y4" fmla="*/ 120 h 4095"/>
              <a:gd name="p0x5" fmla="*/ 8050 w 8050"/>
              <a:gd name="p0y5" fmla="*/ 3975 h 4095"/>
              <a:gd name="p0x6" fmla="*/ 8050 w 8050"/>
              <a:gd name="p0y6" fmla="*/ 4041 h 4095"/>
              <a:gd name="p0x7" fmla="*/ 7996 w 8050"/>
              <a:gd name="p0y7" fmla="*/ 4095 h 4095"/>
              <a:gd name="p0x8" fmla="*/ 7930 w 8050"/>
              <a:gd name="p0y8" fmla="*/ 4095 h 4095"/>
              <a:gd name="p0x9" fmla="*/ 120 w 8050"/>
              <a:gd name="p0y9" fmla="*/ 4095 h 4095"/>
              <a:gd name="p0x10" fmla="*/ 53 w 8050"/>
              <a:gd name="p0y10" fmla="*/ 4095 h 4095"/>
              <a:gd name="p0x11" fmla="*/ 0 w 8050"/>
              <a:gd name="p0y11" fmla="*/ 4041 h 4095"/>
              <a:gd name="p0x12" fmla="*/ 0 w 8050"/>
              <a:gd name="p0y12" fmla="*/ 3975 h 4095"/>
              <a:gd name="p0x13" fmla="*/ 0 w 8050"/>
              <a:gd name="p0y13" fmla="*/ 120 h 4095"/>
              <a:gd name="p0x14" fmla="*/ 0 w 8050"/>
              <a:gd name="p0y14" fmla="*/ 53 h 4095"/>
              <a:gd name="p0x15" fmla="*/ 53 w 8050"/>
              <a:gd name="p0y15" fmla="*/ 0 h 4095"/>
              <a:gd name="p0x16" fmla="*/ 120 w 8050"/>
              <a:gd name="p0y16" fmla="*/ 0 h 4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 descr="fe8f7e6b-9bfe-11f1-90c8-12ddc83d8d47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rcRect l="27" r="44"/>
          <a:stretch>
            <a:fillRect/>
          </a:stretch>
        </p:blipFill>
        <p:spPr>
          <a:xfrm>
            <a:off x="6460493" y="1181100"/>
            <a:ext cx="5102222" cy="25908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35" h="4080">
                <a:moveTo>
                  <a:pt x="120" y="0"/>
                </a:moveTo>
                <a:lnTo>
                  <a:pt x="7916" y="0"/>
                </a:lnTo>
                <a:cubicBezTo>
                  <a:pt x="7977" y="0"/>
                  <a:pt x="8027" y="46"/>
                  <a:pt x="8035" y="104"/>
                </a:cubicBezTo>
                <a:lnTo>
                  <a:pt x="8035" y="3976"/>
                </a:lnTo>
                <a:cubicBezTo>
                  <a:pt x="8027" y="4034"/>
                  <a:pt x="7977" y="4080"/>
                  <a:pt x="7916" y="4080"/>
                </a:cubicBezTo>
                <a:lnTo>
                  <a:pt x="120" y="4080"/>
                </a:lnTo>
                <a:cubicBezTo>
                  <a:pt x="54" y="4080"/>
                  <a:pt x="0" y="4026"/>
                  <a:pt x="0" y="396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24" name="任意多边形 23"/>
          <p:cNvSpPr/>
          <p:nvPr>
            <p:custDataLst>
              <p:tags r:id="rId24"/>
            </p:custDataLst>
          </p:nvPr>
        </p:nvSpPr>
        <p:spPr>
          <a:xfrm>
            <a:off x="6315281" y="1057275"/>
            <a:ext cx="5393277" cy="28575"/>
          </a:xfrm>
          <a:custGeom>
            <a:avLst/>
            <a:gdLst>
              <a:gd name="sw" fmla="*/ 1 w 8545"/>
              <a:gd name="sh" fmla="*/ 1 h 45"/>
              <a:gd name="mins" fmla="min sw sh"/>
              <a:gd name="dsw" fmla="+- 0 sw mins"/>
              <a:gd name="dsh" fmla="+- 0 sh mins"/>
              <a:gd name="p0x0" fmla="*/ 45 w 8545"/>
              <a:gd name="p0y0" fmla="*/ 0 h 45"/>
              <a:gd name="p0x1" fmla="*/ 8500 w 8545"/>
              <a:gd name="p0y1" fmla="*/ 0 h 45"/>
              <a:gd name="p0x2" fmla="*/ 8525 w 8545"/>
              <a:gd name="p0y2" fmla="*/ 0 h 45"/>
              <a:gd name="p0x3" fmla="*/ 8545 w 8545"/>
              <a:gd name="p0y3" fmla="*/ 20 h 45"/>
              <a:gd name="p0x4" fmla="*/ 8545 w 8545"/>
              <a:gd name="p0y4" fmla="*/ 45 h 45"/>
              <a:gd name="p0x5" fmla="*/ 0 w 8545"/>
              <a:gd name="p0y5" fmla="*/ 45 h 45"/>
              <a:gd name="p0x6" fmla="*/ 0 w 8545"/>
              <a:gd name="p0y6" fmla="*/ 20 h 45"/>
              <a:gd name="p0x7" fmla="*/ 20 w 8545"/>
              <a:gd name="p0y7" fmla="*/ 0 h 45"/>
              <a:gd name="p0x8" fmla="*/ 45 w 8545"/>
              <a:gd name="p0y8" fmla="*/ 0 h 45"/>
            </a:gdLst>
            <a:ahLst/>
            <a:cxnLst/>
            <a:pathLst>
              <a:path w="8493" h="45">
                <a:moveTo>
                  <a:pt x="94" y="0"/>
                </a:moveTo>
                <a:lnTo>
                  <a:pt x="8400" y="0"/>
                </a:lnTo>
                <a:cubicBezTo>
                  <a:pt x="8437" y="-3"/>
                  <a:pt x="8480" y="25"/>
                  <a:pt x="8493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25"/>
            </p:custDataLst>
          </p:nvPr>
        </p:nvSpPr>
        <p:spPr>
          <a:xfrm>
            <a:off x="461645" y="4023995"/>
            <a:ext cx="11268075" cy="2371725"/>
          </a:xfrm>
          <a:custGeom>
            <a:avLst/>
            <a:gdLst>
              <a:gd name="sw" fmla="*/ 1 w 17745"/>
              <a:gd name="sh" fmla="*/ 1 h 3735"/>
              <a:gd name="mins" fmla="min sw sh"/>
              <a:gd name="dsw" fmla="+- 0 sw mins"/>
              <a:gd name="dsh" fmla="+- 0 sh mins"/>
              <a:gd name="p0x0" fmla="*/ 120 w 17745"/>
              <a:gd name="p0y0" fmla="*/ 0 h 3735"/>
              <a:gd name="p0x1" fmla="*/ 17625 w 17745"/>
              <a:gd name="p0y1" fmla="*/ 0 h 3735"/>
              <a:gd name="p0x2" fmla="*/ 17691 w 17745"/>
              <a:gd name="p0y2" fmla="*/ 0 h 3735"/>
              <a:gd name="p0x3" fmla="*/ 17745 w 17745"/>
              <a:gd name="p0y3" fmla="*/ 53 h 3735"/>
              <a:gd name="p0x4" fmla="*/ 17745 w 17745"/>
              <a:gd name="p0y4" fmla="*/ 120 h 3735"/>
              <a:gd name="p0x5" fmla="*/ 17745 w 17745"/>
              <a:gd name="p0y5" fmla="*/ 3615 h 3735"/>
              <a:gd name="p0x6" fmla="*/ 17745 w 17745"/>
              <a:gd name="p0y6" fmla="*/ 3681 h 3735"/>
              <a:gd name="p0x7" fmla="*/ 17691 w 17745"/>
              <a:gd name="p0y7" fmla="*/ 3735 h 3735"/>
              <a:gd name="p0x8" fmla="*/ 17625 w 17745"/>
              <a:gd name="p0y8" fmla="*/ 3735 h 3735"/>
              <a:gd name="p0x9" fmla="*/ 120 w 17745"/>
              <a:gd name="p0y9" fmla="*/ 3735 h 3735"/>
              <a:gd name="p0x10" fmla="*/ 53 w 17745"/>
              <a:gd name="p0y10" fmla="*/ 3735 h 3735"/>
              <a:gd name="p0x11" fmla="*/ 0 w 17745"/>
              <a:gd name="p0y11" fmla="*/ 3681 h 3735"/>
              <a:gd name="p0x12" fmla="*/ 0 w 17745"/>
              <a:gd name="p0y12" fmla="*/ 3615 h 3735"/>
              <a:gd name="p0x13" fmla="*/ 0 w 17745"/>
              <a:gd name="p0y13" fmla="*/ 120 h 3735"/>
              <a:gd name="p0x14" fmla="*/ 0 w 17745"/>
              <a:gd name="p0y14" fmla="*/ 53 h 3735"/>
              <a:gd name="p0x15" fmla="*/ 53 w 17745"/>
              <a:gd name="p0y15" fmla="*/ 0 h 3735"/>
              <a:gd name="p0x16" fmla="*/ 120 w 17745"/>
              <a:gd name="p0y16" fmla="*/ 0 h 37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6"/>
            </p:custDataLst>
          </p:nvPr>
        </p:nvSpPr>
        <p:spPr>
          <a:xfrm>
            <a:off x="619125" y="4090035"/>
            <a:ext cx="109537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1A5E7A"/>
                </a:solidFill>
                <a:cs typeface="+mn-lt"/>
              </a:rPr>
              <a:t>关键器件布局与电源设计</a:t>
            </a:r>
            <a:endParaRPr b="1" spc="36">
              <a:solidFill>
                <a:srgbClr val="1A5E7A"/>
              </a:solidFill>
              <a:cs typeface="+mn-lt"/>
            </a:endParaRPr>
          </a:p>
        </p:txBody>
      </p:sp>
      <p:sp>
        <p:nvSpPr>
          <p:cNvPr id="33" name="任意多边形 32"/>
          <p:cNvSpPr/>
          <p:nvPr>
            <p:custDataLst>
              <p:tags r:id="rId27"/>
            </p:custDataLst>
          </p:nvPr>
        </p:nvSpPr>
        <p:spPr>
          <a:xfrm>
            <a:off x="619125" y="4674870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28"/>
            </p:custDataLst>
          </p:nvPr>
        </p:nvSpPr>
        <p:spPr>
          <a:xfrm>
            <a:off x="762000" y="4598937"/>
            <a:ext cx="5091265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125" b="1">
                <a:solidFill>
                  <a:srgbClr val="0D4A63"/>
                </a:solidFill>
                <a:cs typeface="+mn-lt"/>
              </a:rPr>
              <a:t>蓝牙天线</a:t>
            </a:r>
            <a:r>
              <a:rPr lang="zh-CN" sz="1125">
                <a:solidFill>
                  <a:srgbClr val="1A5E7A"/>
                </a:solidFill>
                <a:cs typeface="+mn-lt"/>
              </a:rPr>
              <a:t>：遵循</a:t>
            </a:r>
            <a:r>
              <a:rPr lang="en-US" altLang="zh-CN" sz="1125">
                <a:solidFill>
                  <a:srgbClr val="1A5E7A"/>
                </a:solidFill>
                <a:cs typeface="+mn-lt"/>
              </a:rPr>
              <a:t> 2.4GHz PCB </a:t>
            </a:r>
            <a:r>
              <a:rPr lang="zh-CN" altLang="en-US" sz="1125">
                <a:solidFill>
                  <a:srgbClr val="1A5E7A"/>
                </a:solidFill>
                <a:cs typeface="+mn-lt"/>
              </a:rPr>
              <a:t>天线设计指南，确保</a:t>
            </a:r>
            <a:r>
              <a:rPr sz="1125" b="1">
                <a:solidFill>
                  <a:srgbClr val="0D4A63"/>
                </a:solidFill>
                <a:cs typeface="+mn-lt"/>
              </a:rPr>
              <a:t>天线区域净空</a:t>
            </a:r>
            <a:r>
              <a:rPr sz="1125">
                <a:solidFill>
                  <a:srgbClr val="1A5E7A"/>
                </a:solidFill>
                <a:cs typeface="+mn-lt"/>
              </a:rPr>
              <a:t>与阻抗匹配</a:t>
            </a:r>
            <a:endParaRPr sz="1125">
              <a:solidFill>
                <a:srgbClr val="1A5E7A"/>
              </a:solidFill>
              <a:cs typeface="+mn-lt"/>
            </a:endParaRPr>
          </a:p>
        </p:txBody>
      </p:sp>
      <p:sp>
        <p:nvSpPr>
          <p:cNvPr id="35" name="任意多边形 34"/>
          <p:cNvSpPr/>
          <p:nvPr>
            <p:custDataLst>
              <p:tags r:id="rId29"/>
            </p:custDataLst>
          </p:nvPr>
        </p:nvSpPr>
        <p:spPr>
          <a:xfrm>
            <a:off x="619125" y="5015865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0"/>
            </p:custDataLst>
          </p:nvPr>
        </p:nvSpPr>
        <p:spPr>
          <a:xfrm>
            <a:off x="762000" y="4940198"/>
            <a:ext cx="3511153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en-US" sz="1125" b="1">
                <a:solidFill>
                  <a:srgbClr val="0D4A63"/>
                </a:solidFill>
                <a:cs typeface="+mn-lt"/>
              </a:rPr>
              <a:t>SHT20 </a:t>
            </a:r>
            <a:r>
              <a:rPr lang="zh-CN" sz="1125" b="1">
                <a:solidFill>
                  <a:srgbClr val="0D4A63"/>
                </a:solidFill>
                <a:cs typeface="+mn-lt"/>
              </a:rPr>
              <a:t>传感器</a:t>
            </a:r>
            <a:r>
              <a:rPr sz="1125">
                <a:solidFill>
                  <a:srgbClr val="1A5E7A"/>
                </a:solidFill>
                <a:cs typeface="+mn-lt"/>
              </a:rPr>
              <a:t>：放置于板边位置，便于温湿度感知</a:t>
            </a:r>
            <a:endParaRPr sz="1125">
              <a:solidFill>
                <a:srgbClr val="1A5E7A"/>
              </a:solidFill>
              <a:cs typeface="+mn-lt"/>
            </a:endParaRPr>
          </a:p>
        </p:txBody>
      </p:sp>
      <p:sp>
        <p:nvSpPr>
          <p:cNvPr id="37" name="任意多边形 36"/>
          <p:cNvSpPr/>
          <p:nvPr>
            <p:custDataLst>
              <p:tags r:id="rId31"/>
            </p:custDataLst>
          </p:nvPr>
        </p:nvSpPr>
        <p:spPr>
          <a:xfrm>
            <a:off x="619125" y="5357495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2"/>
            </p:custDataLst>
          </p:nvPr>
        </p:nvSpPr>
        <p:spPr>
          <a:xfrm>
            <a:off x="762000" y="5281460"/>
            <a:ext cx="3669802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125" b="1">
                <a:solidFill>
                  <a:srgbClr val="0D4A63"/>
                </a:solidFill>
                <a:cs typeface="+mn-lt"/>
              </a:rPr>
              <a:t>晶振</a:t>
            </a:r>
            <a:r>
              <a:rPr lang="zh-CN" sz="1125">
                <a:solidFill>
                  <a:srgbClr val="1A5E7A"/>
                </a:solidFill>
                <a:cs typeface="+mn-lt"/>
              </a:rPr>
              <a:t>：靠近</a:t>
            </a:r>
            <a:r>
              <a:rPr lang="en-US" altLang="zh-CN" sz="1125">
                <a:solidFill>
                  <a:srgbClr val="1A5E7A"/>
                </a:solidFill>
                <a:cs typeface="+mn-lt"/>
              </a:rPr>
              <a:t> nRF52810 </a:t>
            </a:r>
            <a:r>
              <a:rPr lang="zh-CN" altLang="en-US" sz="1125">
                <a:solidFill>
                  <a:srgbClr val="1A5E7A"/>
                </a:solidFill>
                <a:cs typeface="+mn-lt"/>
              </a:rPr>
              <a:t>主控芯片，缩短时钟信号走线</a:t>
            </a:r>
            <a:endParaRPr lang="zh-CN" altLang="en-US" sz="1125">
              <a:solidFill>
                <a:srgbClr val="1A5E7A"/>
              </a:solidFill>
              <a:cs typeface="+mn-lt"/>
            </a:endParaRPr>
          </a:p>
        </p:txBody>
      </p:sp>
      <p:sp>
        <p:nvSpPr>
          <p:cNvPr id="39" name="任意多边形 38"/>
          <p:cNvSpPr/>
          <p:nvPr>
            <p:custDataLst>
              <p:tags r:id="rId33"/>
            </p:custDataLst>
          </p:nvPr>
        </p:nvSpPr>
        <p:spPr>
          <a:xfrm>
            <a:off x="619125" y="5698490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4"/>
            </p:custDataLst>
          </p:nvPr>
        </p:nvSpPr>
        <p:spPr>
          <a:xfrm>
            <a:off x="762000" y="5622731"/>
            <a:ext cx="5297014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125" b="1">
                <a:solidFill>
                  <a:srgbClr val="0D4A63"/>
                </a:solidFill>
                <a:cs typeface="+mn-lt"/>
              </a:rPr>
              <a:t>电源分割</a:t>
            </a:r>
            <a:r>
              <a:rPr lang="zh-CN" sz="1125">
                <a:solidFill>
                  <a:srgbClr val="1A5E7A"/>
                </a:solidFill>
                <a:cs typeface="+mn-lt"/>
              </a:rPr>
              <a:t>：星形拓扑结构，模拟</a:t>
            </a:r>
            <a:r>
              <a:rPr lang="en-US" altLang="zh-CN" sz="1125">
                <a:solidFill>
                  <a:srgbClr val="1A5E7A"/>
                </a:solidFill>
                <a:cs typeface="+mn-lt"/>
              </a:rPr>
              <a:t> / </a:t>
            </a:r>
            <a:r>
              <a:rPr lang="zh-CN" altLang="en-US" sz="1125">
                <a:solidFill>
                  <a:srgbClr val="1A5E7A"/>
                </a:solidFill>
                <a:cs typeface="+mn-lt"/>
              </a:rPr>
              <a:t>数字</a:t>
            </a:r>
            <a:r>
              <a:rPr lang="en-US" altLang="zh-CN" sz="1125">
                <a:solidFill>
                  <a:srgbClr val="1A5E7A"/>
                </a:solidFill>
                <a:cs typeface="+mn-lt"/>
              </a:rPr>
              <a:t> / </a:t>
            </a:r>
            <a:r>
              <a:rPr lang="zh-CN" altLang="en-US" sz="1125">
                <a:solidFill>
                  <a:srgbClr val="1A5E7A"/>
                </a:solidFill>
                <a:cs typeface="+mn-lt"/>
              </a:rPr>
              <a:t>射频电源</a:t>
            </a:r>
            <a:r>
              <a:rPr sz="1125" b="1">
                <a:solidFill>
                  <a:srgbClr val="0D4A63"/>
                </a:solidFill>
                <a:cs typeface="+mn-lt"/>
              </a:rPr>
              <a:t>分区独立供电</a:t>
            </a:r>
            <a:r>
              <a:rPr sz="1125">
                <a:solidFill>
                  <a:srgbClr val="1A5E7A"/>
                </a:solidFill>
                <a:cs typeface="+mn-lt"/>
              </a:rPr>
              <a:t>，减少噪声耦合</a:t>
            </a:r>
            <a:endParaRPr sz="1125">
              <a:solidFill>
                <a:srgbClr val="1A5E7A"/>
              </a:solidFill>
              <a:cs typeface="+mn-lt"/>
            </a:endParaRPr>
          </a:p>
        </p:txBody>
      </p:sp>
      <p:sp>
        <p:nvSpPr>
          <p:cNvPr id="41" name="任意多边形 40"/>
          <p:cNvSpPr/>
          <p:nvPr>
            <p:custDataLst>
              <p:tags r:id="rId35"/>
            </p:custDataLst>
          </p:nvPr>
        </p:nvSpPr>
        <p:spPr>
          <a:xfrm>
            <a:off x="619125" y="6040120"/>
            <a:ext cx="66675" cy="66675"/>
          </a:xfrm>
          <a:custGeom>
            <a:avLst/>
            <a:gdLst>
              <a:gd name="sw" fmla="*/ 1 w 105"/>
              <a:gd name="sh" fmla="*/ 1 h 105"/>
              <a:gd name="mins" fmla="min sw sh"/>
              <a:gd name="dsw" fmla="+- 0 sw mins"/>
              <a:gd name="dsh" fmla="+- 0 sh mins"/>
              <a:gd name="p0x0" fmla="*/ 52 w 105"/>
              <a:gd name="p0y0" fmla="*/ 0 h 105"/>
              <a:gd name="p0x1" fmla="*/ 81 w 105"/>
              <a:gd name="p0y1" fmla="*/ 0 h 105"/>
              <a:gd name="p0x2" fmla="*/ 105 w 105"/>
              <a:gd name="p0y2" fmla="*/ 23 h 105"/>
              <a:gd name="p0x3" fmla="*/ 105 w 105"/>
              <a:gd name="p0y3" fmla="*/ 52 h 105"/>
              <a:gd name="p0x4" fmla="*/ 105 w 105"/>
              <a:gd name="p0y4" fmla="*/ 81 h 105"/>
              <a:gd name="p0x5" fmla="*/ 81 w 105"/>
              <a:gd name="p0y5" fmla="*/ 105 h 105"/>
              <a:gd name="p0x6" fmla="*/ 52 w 105"/>
              <a:gd name="p0y6" fmla="*/ 105 h 105"/>
              <a:gd name="p0x7" fmla="*/ 23 w 105"/>
              <a:gd name="p0y7" fmla="*/ 105 h 105"/>
              <a:gd name="p0x8" fmla="*/ 0 w 105"/>
              <a:gd name="p0y8" fmla="*/ 81 h 105"/>
              <a:gd name="p0x9" fmla="*/ 0 w 105"/>
              <a:gd name="p0y9" fmla="*/ 52 h 105"/>
              <a:gd name="p0x10" fmla="*/ 0 w 105"/>
              <a:gd name="p0y10" fmla="*/ 23 h 105"/>
              <a:gd name="p0x11" fmla="*/ 23 w 105"/>
              <a:gd name="p0y11" fmla="*/ 0 h 105"/>
              <a:gd name="p0x12" fmla="*/ 52 w 105"/>
              <a:gd name="p0y12" fmla="*/ 0 h 1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36"/>
            </p:custDataLst>
          </p:nvPr>
        </p:nvSpPr>
        <p:spPr>
          <a:xfrm>
            <a:off x="762000" y="5963993"/>
            <a:ext cx="3571875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125" b="1">
                <a:solidFill>
                  <a:srgbClr val="0D4A63"/>
                </a:solidFill>
                <a:cs typeface="+mn-lt"/>
              </a:rPr>
              <a:t>地平面</a:t>
            </a:r>
            <a:r>
              <a:rPr sz="1125">
                <a:solidFill>
                  <a:srgbClr val="1A5E7A"/>
                </a:solidFill>
                <a:cs typeface="+mn-lt"/>
              </a:rPr>
              <a:t>：完整平面设计，避免分割导致信号回流问题</a:t>
            </a:r>
            <a:endParaRPr sz="1125">
              <a:solidFill>
                <a:srgbClr val="1A5E7A"/>
              </a:solidFill>
              <a:cs typeface="+mn-lt"/>
            </a:endParaRPr>
          </a:p>
        </p:txBody>
      </p:sp>
      <p:sp>
        <p:nvSpPr>
          <p:cNvPr id="31" name="任意多边形 30"/>
          <p:cNvSpPr/>
          <p:nvPr>
            <p:custDataLst>
              <p:tags r:id="rId37"/>
            </p:custDataLst>
          </p:nvPr>
        </p:nvSpPr>
        <p:spPr>
          <a:xfrm>
            <a:off x="483439" y="4029075"/>
            <a:ext cx="11225123" cy="28575"/>
          </a:xfrm>
          <a:custGeom>
            <a:avLst/>
            <a:gdLst>
              <a:gd name="sw" fmla="*/ 1 w 17730"/>
              <a:gd name="sh" fmla="*/ 1 h 45"/>
              <a:gd name="mins" fmla="min sw sh"/>
              <a:gd name="dsw" fmla="+- 0 sw mins"/>
              <a:gd name="dsh" fmla="+- 0 sh mins"/>
              <a:gd name="p0x0" fmla="*/ 45 w 17730"/>
              <a:gd name="p0y0" fmla="*/ 0 h 45"/>
              <a:gd name="p0x1" fmla="*/ 17685 w 17730"/>
              <a:gd name="p0y1" fmla="*/ 0 h 45"/>
              <a:gd name="p0x2" fmla="*/ 17709 w 17730"/>
              <a:gd name="p0y2" fmla="*/ 0 h 45"/>
              <a:gd name="p0x3" fmla="*/ 17730 w 17730"/>
              <a:gd name="p0y3" fmla="*/ 20 h 45"/>
              <a:gd name="p0x4" fmla="*/ 17730 w 17730"/>
              <a:gd name="p0y4" fmla="*/ 45 h 45"/>
              <a:gd name="p0x5" fmla="*/ 0 w 17730"/>
              <a:gd name="p0y5" fmla="*/ 45 h 45"/>
              <a:gd name="p0x6" fmla="*/ 0 w 17730"/>
              <a:gd name="p0y6" fmla="*/ 20 h 45"/>
              <a:gd name="p0x7" fmla="*/ 20 w 17730"/>
              <a:gd name="p0y7" fmla="*/ 0 h 45"/>
              <a:gd name="p0x8" fmla="*/ 45 w 17730"/>
              <a:gd name="p0y8" fmla="*/ 0 h 45"/>
            </a:gdLst>
            <a:ahLst/>
            <a:cxnLst/>
            <a:pathLst>
              <a:path w="17677" h="45">
                <a:moveTo>
                  <a:pt x="94" y="0"/>
                </a:moveTo>
                <a:lnTo>
                  <a:pt x="17584" y="0"/>
                </a:lnTo>
                <a:cubicBezTo>
                  <a:pt x="17621" y="-3"/>
                  <a:pt x="17664" y="25"/>
                  <a:pt x="1767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433388"/>
            <a:ext cx="6125766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50Ω</a:t>
            </a:r>
            <a:r>
              <a:rPr lang="zh-CN" sz="30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射频阻抗匹配与高速信号布线</a:t>
            </a:r>
            <a:endParaRPr lang="zh-CN" sz="3000" b="1">
              <a:solidFill>
                <a:srgbClr val="1A5E7A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57200" y="1009650"/>
            <a:ext cx="112776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spc="72">
                <a:solidFill>
                  <a:srgbClr val="4A7A8F"/>
                </a:solidFill>
                <a:cs typeface="+mn-lt"/>
              </a:rPr>
              <a:t>技术实现要点</a:t>
            </a:r>
            <a:r>
              <a:rPr lang="en-US" altLang="zh-CN" sz="1200" spc="72">
                <a:solidFill>
                  <a:srgbClr val="4A7A8F"/>
                </a:solidFill>
                <a:cs typeface="+mn-lt"/>
              </a:rPr>
              <a:t> · PCB RF LAYOUT</a:t>
            </a:r>
            <a:endParaRPr lang="en-US" altLang="zh-CN" sz="1200" spc="72">
              <a:solidFill>
                <a:srgbClr val="4A7A8F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461645" y="1404620"/>
            <a:ext cx="4562475" cy="3829050"/>
          </a:xfrm>
          <a:custGeom>
            <a:avLst/>
            <a:gdLst>
              <a:gd name="sw" fmla="*/ 1 w 7185"/>
              <a:gd name="sh" fmla="*/ 1 h 6030"/>
              <a:gd name="mins" fmla="min sw sh"/>
              <a:gd name="dsw" fmla="+- 0 sw mins"/>
              <a:gd name="dsh" fmla="+- 0 sh mins"/>
              <a:gd name="p0x0" fmla="*/ 120 w 7185"/>
              <a:gd name="p0y0" fmla="*/ 0 h 6030"/>
              <a:gd name="p0x1" fmla="*/ 7065 w 7185"/>
              <a:gd name="p0y1" fmla="*/ 0 h 6030"/>
              <a:gd name="p0x2" fmla="*/ 7131 w 7185"/>
              <a:gd name="p0y2" fmla="*/ 0 h 6030"/>
              <a:gd name="p0x3" fmla="*/ 7185 w 7185"/>
              <a:gd name="p0y3" fmla="*/ 53 h 6030"/>
              <a:gd name="p0x4" fmla="*/ 7185 w 7185"/>
              <a:gd name="p0y4" fmla="*/ 120 h 6030"/>
              <a:gd name="p0x5" fmla="*/ 7185 w 7185"/>
              <a:gd name="p0y5" fmla="*/ 5910 h 6030"/>
              <a:gd name="p0x6" fmla="*/ 7185 w 7185"/>
              <a:gd name="p0y6" fmla="*/ 5976 h 6030"/>
              <a:gd name="p0x7" fmla="*/ 7131 w 7185"/>
              <a:gd name="p0y7" fmla="*/ 6030 h 6030"/>
              <a:gd name="p0x8" fmla="*/ 7065 w 7185"/>
              <a:gd name="p0y8" fmla="*/ 6030 h 6030"/>
              <a:gd name="p0x9" fmla="*/ 120 w 7185"/>
              <a:gd name="p0y9" fmla="*/ 6030 h 6030"/>
              <a:gd name="p0x10" fmla="*/ 53 w 7185"/>
              <a:gd name="p0y10" fmla="*/ 6030 h 6030"/>
              <a:gd name="p0x11" fmla="*/ 0 w 7185"/>
              <a:gd name="p0y11" fmla="*/ 5976 h 6030"/>
              <a:gd name="p0x12" fmla="*/ 0 w 7185"/>
              <a:gd name="p0y12" fmla="*/ 5910 h 6030"/>
              <a:gd name="p0x13" fmla="*/ 0 w 7185"/>
              <a:gd name="p0y13" fmla="*/ 120 h 6030"/>
              <a:gd name="p0x14" fmla="*/ 0 w 7185"/>
              <a:gd name="p0y14" fmla="*/ 53 h 6030"/>
              <a:gd name="p0x15" fmla="*/ 53 w 7185"/>
              <a:gd name="p0y15" fmla="*/ 0 h 6030"/>
              <a:gd name="p0x16" fmla="*/ 120 w 7185"/>
              <a:gd name="p0y16" fmla="*/ 0 h 60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71450" dist="38100" dir="5399999" algn="ctr" rotWithShape="0">
              <a:schemeClr val="accent1">
                <a:alpha val="12157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9ff73a98-9bfe-11f1-90c8-12ddc83d8d4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7" r="7"/>
          <a:stretch>
            <a:fillRect/>
          </a:stretch>
        </p:blipFill>
        <p:spPr>
          <a:xfrm>
            <a:off x="466725" y="1409700"/>
            <a:ext cx="4552950" cy="3819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170" h="6015">
                <a:moveTo>
                  <a:pt x="120" y="0"/>
                </a:moveTo>
                <a:lnTo>
                  <a:pt x="7050" y="0"/>
                </a:lnTo>
                <a:cubicBezTo>
                  <a:pt x="7116" y="0"/>
                  <a:pt x="7170" y="54"/>
                  <a:pt x="7170" y="120"/>
                </a:cubicBezTo>
                <a:lnTo>
                  <a:pt x="7170" y="5895"/>
                </a:lnTo>
                <a:cubicBezTo>
                  <a:pt x="7170" y="5961"/>
                  <a:pt x="7116" y="6015"/>
                  <a:pt x="7050" y="6015"/>
                </a:cubicBezTo>
                <a:lnTo>
                  <a:pt x="120" y="6015"/>
                </a:lnTo>
                <a:cubicBezTo>
                  <a:pt x="54" y="6015"/>
                  <a:pt x="0" y="5961"/>
                  <a:pt x="0" y="5895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461645" y="5433695"/>
            <a:ext cx="4562475" cy="962025"/>
          </a:xfrm>
          <a:custGeom>
            <a:avLst/>
            <a:gdLst>
              <a:gd name="sw" fmla="*/ 1 w 7185"/>
              <a:gd name="sh" fmla="*/ 1 h 1515"/>
              <a:gd name="mins" fmla="min sw sh"/>
              <a:gd name="dsw" fmla="+- 0 sw mins"/>
              <a:gd name="dsh" fmla="+- 0 sh mins"/>
              <a:gd name="p0x0" fmla="*/ 120 w 7185"/>
              <a:gd name="p0y0" fmla="*/ 0 h 1515"/>
              <a:gd name="p0x1" fmla="*/ 7065 w 7185"/>
              <a:gd name="p0y1" fmla="*/ 0 h 1515"/>
              <a:gd name="p0x2" fmla="*/ 7131 w 7185"/>
              <a:gd name="p0y2" fmla="*/ 0 h 1515"/>
              <a:gd name="p0x3" fmla="*/ 7185 w 7185"/>
              <a:gd name="p0y3" fmla="*/ 53 h 1515"/>
              <a:gd name="p0x4" fmla="*/ 7185 w 7185"/>
              <a:gd name="p0y4" fmla="*/ 120 h 1515"/>
              <a:gd name="p0x5" fmla="*/ 7185 w 7185"/>
              <a:gd name="p0y5" fmla="*/ 1395 h 1515"/>
              <a:gd name="p0x6" fmla="*/ 7185 w 7185"/>
              <a:gd name="p0y6" fmla="*/ 1461 h 1515"/>
              <a:gd name="p0x7" fmla="*/ 7131 w 7185"/>
              <a:gd name="p0y7" fmla="*/ 1515 h 1515"/>
              <a:gd name="p0x8" fmla="*/ 7065 w 7185"/>
              <a:gd name="p0y8" fmla="*/ 1515 h 1515"/>
              <a:gd name="p0x9" fmla="*/ 120 w 7185"/>
              <a:gd name="p0y9" fmla="*/ 1515 h 1515"/>
              <a:gd name="p0x10" fmla="*/ 53 w 7185"/>
              <a:gd name="p0y10" fmla="*/ 1515 h 1515"/>
              <a:gd name="p0x11" fmla="*/ 0 w 7185"/>
              <a:gd name="p0y11" fmla="*/ 1461 h 1515"/>
              <a:gd name="p0x12" fmla="*/ 0 w 7185"/>
              <a:gd name="p0y12" fmla="*/ 1395 h 1515"/>
              <a:gd name="p0x13" fmla="*/ 0 w 7185"/>
              <a:gd name="p0y13" fmla="*/ 120 h 1515"/>
              <a:gd name="p0x14" fmla="*/ 0 w 7185"/>
              <a:gd name="p0y14" fmla="*/ 53 h 1515"/>
              <a:gd name="p0x15" fmla="*/ 53 w 7185"/>
              <a:gd name="p0y15" fmla="*/ 0 h 1515"/>
              <a:gd name="p0x16" fmla="*/ 120 w 7185"/>
              <a:gd name="p0y16" fmla="*/ 0 h 15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6154"/>
                  <a:lumOff val="83846"/>
                </a:schemeClr>
              </a:gs>
              <a:gs pos="100000">
                <a:schemeClr val="accent1">
                  <a:lumMod val="16154"/>
                  <a:lumOff val="83846"/>
                </a:schemeClr>
              </a:gs>
            </a:gsLst>
            <a:lin ang="2700000"/>
          </a:gradFill>
          <a:ln w="9525" cmpd="sng">
            <a:solidFill>
              <a:schemeClr val="accent1">
                <a:alpha val="20000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695325" y="566737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/>
          </a:gradFill>
          <a:ln>
            <a:noFill/>
          </a:ln>
          <a:effectLst>
            <a:outerShdw blurRad="285750" algn="ctr" rotWithShape="0">
              <a:schemeClr val="accent1">
                <a:alpha val="25098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9150" y="5791200"/>
            <a:ext cx="247650" cy="247650"/>
          </a:xfrm>
          <a:prstGeom prst="rect">
            <a:avLst/>
          </a:prstGeom>
          <a:noFill/>
        </p:spPr>
      </p:pic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1343025" y="5614035"/>
            <a:ext cx="344805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2AA4D0"/>
                </a:solidFill>
                <a:cs typeface="+mn-lt"/>
              </a:rPr>
              <a:t>50Ω</a:t>
            </a:r>
            <a:r>
              <a:rPr lang="zh-CN" b="1">
                <a:solidFill>
                  <a:srgbClr val="2AA4D0"/>
                </a:solidFill>
                <a:cs typeface="+mn-lt"/>
              </a:rPr>
              <a:t>阻抗匹配</a:t>
            </a:r>
            <a:r>
              <a:rPr lang="en-US" b="1">
                <a:solidFill>
                  <a:srgbClr val="0D4A63"/>
                </a:solidFill>
                <a:cs typeface="+mn-lt"/>
              </a:rPr>
              <a:t> </a:t>
            </a:r>
            <a:r>
              <a:rPr lang="zh-CN" altLang="en-US" b="1">
                <a:solidFill>
                  <a:srgbClr val="0D4A63"/>
                </a:solidFill>
                <a:cs typeface="+mn-lt"/>
              </a:rPr>
              <a:t>是射频信号完整性的生命线</a:t>
            </a:r>
            <a:endParaRPr lang="zh-CN" altLang="en-US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5257800" y="1400175"/>
            <a:ext cx="1866900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100" b="1">
                <a:solidFill>
                  <a:srgbClr val="1A5E7A"/>
                </a:solidFill>
                <a:cs typeface="+mn-lt"/>
              </a:rPr>
              <a:t>技术实现要点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16" name="矩形 15"/>
          <p:cNvSpPr/>
          <p:nvPr>
            <p:custDataLst>
              <p:tags r:id="rId14"/>
            </p:custDataLst>
          </p:nvPr>
        </p:nvSpPr>
        <p:spPr>
          <a:xfrm>
            <a:off x="7010400" y="1571625"/>
            <a:ext cx="4724400" cy="9525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5262245" y="1909445"/>
            <a:ext cx="6467475" cy="1000125"/>
          </a:xfrm>
          <a:custGeom>
            <a:avLst/>
            <a:gdLst>
              <a:gd name="sw" fmla="*/ 1 w 10185"/>
              <a:gd name="sh" fmla="*/ 1 h 1575"/>
              <a:gd name="mins" fmla="min sw sh"/>
              <a:gd name="dsw" fmla="+- 0 sw mins"/>
              <a:gd name="dsh" fmla="+- 0 sh mins"/>
              <a:gd name="p0x0" fmla="*/ 120 w 10185"/>
              <a:gd name="p0y0" fmla="*/ 0 h 1575"/>
              <a:gd name="p0x1" fmla="*/ 10065 w 10185"/>
              <a:gd name="p0y1" fmla="*/ 0 h 1575"/>
              <a:gd name="p0x2" fmla="*/ 10131 w 10185"/>
              <a:gd name="p0y2" fmla="*/ 0 h 1575"/>
              <a:gd name="p0x3" fmla="*/ 10185 w 10185"/>
              <a:gd name="p0y3" fmla="*/ 53 h 1575"/>
              <a:gd name="p0x4" fmla="*/ 10185 w 10185"/>
              <a:gd name="p0y4" fmla="*/ 120 h 1575"/>
              <a:gd name="p0x5" fmla="*/ 10185 w 10185"/>
              <a:gd name="p0y5" fmla="*/ 1455 h 1575"/>
              <a:gd name="p0x6" fmla="*/ 10185 w 10185"/>
              <a:gd name="p0y6" fmla="*/ 1521 h 1575"/>
              <a:gd name="p0x7" fmla="*/ 10131 w 10185"/>
              <a:gd name="p0y7" fmla="*/ 1575 h 1575"/>
              <a:gd name="p0x8" fmla="*/ 10065 w 10185"/>
              <a:gd name="p0y8" fmla="*/ 1575 h 1575"/>
              <a:gd name="p0x9" fmla="*/ 120 w 10185"/>
              <a:gd name="p0y9" fmla="*/ 1575 h 1575"/>
              <a:gd name="p0x10" fmla="*/ 53 w 10185"/>
              <a:gd name="p0y10" fmla="*/ 1575 h 1575"/>
              <a:gd name="p0x11" fmla="*/ 0 w 10185"/>
              <a:gd name="p0y11" fmla="*/ 1521 h 1575"/>
              <a:gd name="p0x12" fmla="*/ 0 w 10185"/>
              <a:gd name="p0y12" fmla="*/ 1455 h 1575"/>
              <a:gd name="p0x13" fmla="*/ 0 w 10185"/>
              <a:gd name="p0y13" fmla="*/ 120 h 1575"/>
              <a:gd name="p0x14" fmla="*/ 0 w 10185"/>
              <a:gd name="p0y14" fmla="*/ 53 h 1575"/>
              <a:gd name="p0x15" fmla="*/ 53 w 10185"/>
              <a:gd name="p0y15" fmla="*/ 0 h 1575"/>
              <a:gd name="p0x16" fmla="*/ 120 w 10185"/>
              <a:gd name="p0y16" fmla="*/ 0 h 15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5457825" y="22383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5563867" y="2269331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0D4A63"/>
                </a:solidFill>
                <a:cs typeface="+mn-lt"/>
              </a:rPr>
              <a:t>1</a:t>
            </a:r>
            <a:endParaRPr sz="165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5953125" y="2090738"/>
            <a:ext cx="55816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1A5E7A"/>
                </a:solidFill>
                <a:cs typeface="+mn-lt"/>
              </a:rPr>
              <a:t>蓝牙射频信号严格控制在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 </a:t>
            </a:r>
            <a:r>
              <a:rPr sz="1500" b="1">
                <a:solidFill>
                  <a:srgbClr val="2AA4D0"/>
                </a:solidFill>
                <a:cs typeface="+mn-lt"/>
              </a:rPr>
              <a:t>50Ω</a:t>
            </a:r>
            <a:r>
              <a:rPr lang="zh-CN" sz="1500">
                <a:solidFill>
                  <a:srgbClr val="1A5E7A"/>
                </a:solidFill>
                <a:cs typeface="+mn-lt"/>
              </a:rPr>
              <a:t>，确保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 </a:t>
            </a:r>
            <a:r>
              <a:rPr sz="1500" b="1">
                <a:solidFill>
                  <a:srgbClr val="2AA4D0"/>
                </a:solidFill>
                <a:cs typeface="+mn-lt"/>
              </a:rPr>
              <a:t>2.4GHz</a:t>
            </a:r>
            <a:r>
              <a:rPr lang="en-US" sz="1500">
                <a:solidFill>
                  <a:srgbClr val="1A5E7A"/>
                </a:solidFill>
                <a:cs typeface="+mn-lt"/>
              </a:rPr>
              <a:t> 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频段传输效率最大化</a:t>
            </a:r>
            <a:endParaRPr lang="zh-CN" altLang="en-US" sz="1500">
              <a:solidFill>
                <a:srgbClr val="1A5E7A"/>
              </a:solidFill>
              <a:cs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19"/>
            </p:custDataLst>
          </p:nvPr>
        </p:nvSpPr>
        <p:spPr>
          <a:xfrm>
            <a:off x="5267325" y="1931238"/>
            <a:ext cx="28575" cy="9571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" h="1507">
                <a:moveTo>
                  <a:pt x="45" y="1507"/>
                </a:moveTo>
                <a:cubicBezTo>
                  <a:pt x="18" y="1485"/>
                  <a:pt x="0" y="1452"/>
                  <a:pt x="0" y="1414"/>
                </a:cubicBezTo>
                <a:lnTo>
                  <a:pt x="0" y="94"/>
                </a:lnTo>
                <a:cubicBezTo>
                  <a:pt x="0" y="56"/>
                  <a:pt x="18" y="22"/>
                  <a:pt x="4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0"/>
            </p:custDataLst>
          </p:nvPr>
        </p:nvSpPr>
        <p:spPr>
          <a:xfrm>
            <a:off x="5262245" y="3071495"/>
            <a:ext cx="6467475" cy="1000125"/>
          </a:xfrm>
          <a:custGeom>
            <a:avLst/>
            <a:gdLst>
              <a:gd name="sw" fmla="*/ 1 w 10185"/>
              <a:gd name="sh" fmla="*/ 1 h 1575"/>
              <a:gd name="mins" fmla="min sw sh"/>
              <a:gd name="dsw" fmla="+- 0 sw mins"/>
              <a:gd name="dsh" fmla="+- 0 sh mins"/>
              <a:gd name="p0x0" fmla="*/ 120 w 10185"/>
              <a:gd name="p0y0" fmla="*/ 0 h 1575"/>
              <a:gd name="p0x1" fmla="*/ 10065 w 10185"/>
              <a:gd name="p0y1" fmla="*/ 0 h 1575"/>
              <a:gd name="p0x2" fmla="*/ 10131 w 10185"/>
              <a:gd name="p0y2" fmla="*/ 0 h 1575"/>
              <a:gd name="p0x3" fmla="*/ 10185 w 10185"/>
              <a:gd name="p0y3" fmla="*/ 53 h 1575"/>
              <a:gd name="p0x4" fmla="*/ 10185 w 10185"/>
              <a:gd name="p0y4" fmla="*/ 120 h 1575"/>
              <a:gd name="p0x5" fmla="*/ 10185 w 10185"/>
              <a:gd name="p0y5" fmla="*/ 1455 h 1575"/>
              <a:gd name="p0x6" fmla="*/ 10185 w 10185"/>
              <a:gd name="p0y6" fmla="*/ 1521 h 1575"/>
              <a:gd name="p0x7" fmla="*/ 10131 w 10185"/>
              <a:gd name="p0y7" fmla="*/ 1575 h 1575"/>
              <a:gd name="p0x8" fmla="*/ 10065 w 10185"/>
              <a:gd name="p0y8" fmla="*/ 1575 h 1575"/>
              <a:gd name="p0x9" fmla="*/ 120 w 10185"/>
              <a:gd name="p0y9" fmla="*/ 1575 h 1575"/>
              <a:gd name="p0x10" fmla="*/ 53 w 10185"/>
              <a:gd name="p0y10" fmla="*/ 1575 h 1575"/>
              <a:gd name="p0x11" fmla="*/ 0 w 10185"/>
              <a:gd name="p0y11" fmla="*/ 1521 h 1575"/>
              <a:gd name="p0x12" fmla="*/ 0 w 10185"/>
              <a:gd name="p0y12" fmla="*/ 1455 h 1575"/>
              <a:gd name="p0x13" fmla="*/ 0 w 10185"/>
              <a:gd name="p0y13" fmla="*/ 120 h 1575"/>
              <a:gd name="p0x14" fmla="*/ 0 w 10185"/>
              <a:gd name="p0y14" fmla="*/ 53 h 1575"/>
              <a:gd name="p0x15" fmla="*/ 53 w 10185"/>
              <a:gd name="p0y15" fmla="*/ 0 h 1575"/>
              <a:gd name="p0x16" fmla="*/ 120 w 10185"/>
              <a:gd name="p0y16" fmla="*/ 0 h 15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1"/>
            </p:custDataLst>
          </p:nvPr>
        </p:nvSpPr>
        <p:spPr>
          <a:xfrm>
            <a:off x="5457825" y="34004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5563867" y="3431381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0D4A63"/>
                </a:solidFill>
                <a:cs typeface="+mn-lt"/>
              </a:rPr>
              <a:t>2</a:t>
            </a:r>
            <a:endParaRPr sz="165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5953125" y="3278981"/>
            <a:ext cx="4000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A5E7A"/>
                </a:solidFill>
                <a:cs typeface="+mn-lt"/>
              </a:rPr>
              <a:t>阻抗线宽度、间距、参考层等参数经仿真验证</a:t>
            </a:r>
            <a:endParaRPr sz="1500">
              <a:solidFill>
                <a:srgbClr val="1A5E7A"/>
              </a:solidFill>
              <a:cs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5953125" y="3622358"/>
            <a:ext cx="558165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A7A8F"/>
                </a:solidFill>
                <a:cs typeface="+mn-lt"/>
              </a:rPr>
              <a:t>匹配精度可量化追溯</a:t>
            </a:r>
            <a:endParaRPr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24" name="任意多边形 23"/>
          <p:cNvSpPr/>
          <p:nvPr>
            <p:custDataLst>
              <p:tags r:id="rId25"/>
            </p:custDataLst>
          </p:nvPr>
        </p:nvSpPr>
        <p:spPr>
          <a:xfrm>
            <a:off x="5267325" y="3093288"/>
            <a:ext cx="28575" cy="9571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" h="1507">
                <a:moveTo>
                  <a:pt x="45" y="1507"/>
                </a:moveTo>
                <a:cubicBezTo>
                  <a:pt x="18" y="1485"/>
                  <a:pt x="0" y="1452"/>
                  <a:pt x="0" y="1414"/>
                </a:cubicBezTo>
                <a:lnTo>
                  <a:pt x="0" y="94"/>
                </a:lnTo>
                <a:cubicBezTo>
                  <a:pt x="0" y="56"/>
                  <a:pt x="18" y="22"/>
                  <a:pt x="4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26"/>
            </p:custDataLst>
          </p:nvPr>
        </p:nvSpPr>
        <p:spPr>
          <a:xfrm>
            <a:off x="5262245" y="4233545"/>
            <a:ext cx="6467475" cy="1000125"/>
          </a:xfrm>
          <a:custGeom>
            <a:avLst/>
            <a:gdLst>
              <a:gd name="sw" fmla="*/ 1 w 10185"/>
              <a:gd name="sh" fmla="*/ 1 h 1575"/>
              <a:gd name="mins" fmla="min sw sh"/>
              <a:gd name="dsw" fmla="+- 0 sw mins"/>
              <a:gd name="dsh" fmla="+- 0 sh mins"/>
              <a:gd name="p0x0" fmla="*/ 120 w 10185"/>
              <a:gd name="p0y0" fmla="*/ 0 h 1575"/>
              <a:gd name="p0x1" fmla="*/ 10065 w 10185"/>
              <a:gd name="p0y1" fmla="*/ 0 h 1575"/>
              <a:gd name="p0x2" fmla="*/ 10131 w 10185"/>
              <a:gd name="p0y2" fmla="*/ 0 h 1575"/>
              <a:gd name="p0x3" fmla="*/ 10185 w 10185"/>
              <a:gd name="p0y3" fmla="*/ 53 h 1575"/>
              <a:gd name="p0x4" fmla="*/ 10185 w 10185"/>
              <a:gd name="p0y4" fmla="*/ 120 h 1575"/>
              <a:gd name="p0x5" fmla="*/ 10185 w 10185"/>
              <a:gd name="p0y5" fmla="*/ 1455 h 1575"/>
              <a:gd name="p0x6" fmla="*/ 10185 w 10185"/>
              <a:gd name="p0y6" fmla="*/ 1521 h 1575"/>
              <a:gd name="p0x7" fmla="*/ 10131 w 10185"/>
              <a:gd name="p0y7" fmla="*/ 1575 h 1575"/>
              <a:gd name="p0x8" fmla="*/ 10065 w 10185"/>
              <a:gd name="p0y8" fmla="*/ 1575 h 1575"/>
              <a:gd name="p0x9" fmla="*/ 120 w 10185"/>
              <a:gd name="p0y9" fmla="*/ 1575 h 1575"/>
              <a:gd name="p0x10" fmla="*/ 53 w 10185"/>
              <a:gd name="p0y10" fmla="*/ 1575 h 1575"/>
              <a:gd name="p0x11" fmla="*/ 0 w 10185"/>
              <a:gd name="p0y11" fmla="*/ 1521 h 1575"/>
              <a:gd name="p0x12" fmla="*/ 0 w 10185"/>
              <a:gd name="p0y12" fmla="*/ 1455 h 1575"/>
              <a:gd name="p0x13" fmla="*/ 0 w 10185"/>
              <a:gd name="p0y13" fmla="*/ 120 h 1575"/>
              <a:gd name="p0x14" fmla="*/ 0 w 10185"/>
              <a:gd name="p0y14" fmla="*/ 53 h 1575"/>
              <a:gd name="p0x15" fmla="*/ 53 w 10185"/>
              <a:gd name="p0y15" fmla="*/ 0 h 1575"/>
              <a:gd name="p0x16" fmla="*/ 120 w 10185"/>
              <a:gd name="p0y16" fmla="*/ 0 h 15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27"/>
            </p:custDataLst>
          </p:nvPr>
        </p:nvSpPr>
        <p:spPr>
          <a:xfrm>
            <a:off x="5457825" y="45624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28"/>
            </p:custDataLst>
          </p:nvPr>
        </p:nvSpPr>
        <p:spPr>
          <a:xfrm>
            <a:off x="5563867" y="4593431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0D4A63"/>
                </a:solidFill>
                <a:cs typeface="+mn-lt"/>
              </a:rPr>
              <a:t>3</a:t>
            </a:r>
            <a:endParaRPr sz="165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29"/>
            </p:custDataLst>
          </p:nvPr>
        </p:nvSpPr>
        <p:spPr>
          <a:xfrm>
            <a:off x="5953125" y="4441031"/>
            <a:ext cx="5063137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1A5E7A"/>
                </a:solidFill>
                <a:cs typeface="+mn-lt"/>
              </a:rPr>
              <a:t>依据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TI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设计指南，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RF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噪声源隔离：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I/O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走线形成大型天线</a:t>
            </a:r>
            <a:endParaRPr lang="zh-CN" altLang="en-US" sz="1500">
              <a:solidFill>
                <a:srgbClr val="1A5E7A"/>
              </a:solidFill>
              <a:cs typeface="+mn-lt"/>
            </a:endParaRPr>
          </a:p>
        </p:txBody>
      </p:sp>
      <p:sp>
        <p:nvSpPr>
          <p:cNvPr id="35" name="文本框 34"/>
          <p:cNvSpPr txBox="1"/>
          <p:nvPr>
            <p:custDataLst>
              <p:tags r:id="rId30"/>
            </p:custDataLst>
          </p:nvPr>
        </p:nvSpPr>
        <p:spPr>
          <a:xfrm>
            <a:off x="5953125" y="4784408"/>
            <a:ext cx="558165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A7A8F"/>
                </a:solidFill>
                <a:cs typeface="+mn-lt"/>
              </a:rPr>
              <a:t>须严格遵循短路径与阻抗匹配双原则</a:t>
            </a:r>
            <a:endParaRPr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31" name="任意多边形 30"/>
          <p:cNvSpPr/>
          <p:nvPr>
            <p:custDataLst>
              <p:tags r:id="rId31"/>
            </p:custDataLst>
          </p:nvPr>
        </p:nvSpPr>
        <p:spPr>
          <a:xfrm>
            <a:off x="5267325" y="4255338"/>
            <a:ext cx="28575" cy="9571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" h="1507">
                <a:moveTo>
                  <a:pt x="45" y="1507"/>
                </a:moveTo>
                <a:cubicBezTo>
                  <a:pt x="18" y="1485"/>
                  <a:pt x="0" y="1452"/>
                  <a:pt x="0" y="1414"/>
                </a:cubicBezTo>
                <a:lnTo>
                  <a:pt x="0" y="94"/>
                </a:lnTo>
                <a:cubicBezTo>
                  <a:pt x="0" y="56"/>
                  <a:pt x="18" y="22"/>
                  <a:pt x="4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2"/>
            </p:custDataLst>
          </p:nvPr>
        </p:nvSpPr>
        <p:spPr>
          <a:xfrm>
            <a:off x="5262245" y="5395595"/>
            <a:ext cx="6467475" cy="1000125"/>
          </a:xfrm>
          <a:custGeom>
            <a:avLst/>
            <a:gdLst>
              <a:gd name="sw" fmla="*/ 1 w 10185"/>
              <a:gd name="sh" fmla="*/ 1 h 1575"/>
              <a:gd name="mins" fmla="min sw sh"/>
              <a:gd name="dsw" fmla="+- 0 sw mins"/>
              <a:gd name="dsh" fmla="+- 0 sh mins"/>
              <a:gd name="p0x0" fmla="*/ 120 w 10185"/>
              <a:gd name="p0y0" fmla="*/ 0 h 1575"/>
              <a:gd name="p0x1" fmla="*/ 10065 w 10185"/>
              <a:gd name="p0y1" fmla="*/ 0 h 1575"/>
              <a:gd name="p0x2" fmla="*/ 10131 w 10185"/>
              <a:gd name="p0y2" fmla="*/ 0 h 1575"/>
              <a:gd name="p0x3" fmla="*/ 10185 w 10185"/>
              <a:gd name="p0y3" fmla="*/ 53 h 1575"/>
              <a:gd name="p0x4" fmla="*/ 10185 w 10185"/>
              <a:gd name="p0y4" fmla="*/ 120 h 1575"/>
              <a:gd name="p0x5" fmla="*/ 10185 w 10185"/>
              <a:gd name="p0y5" fmla="*/ 1455 h 1575"/>
              <a:gd name="p0x6" fmla="*/ 10185 w 10185"/>
              <a:gd name="p0y6" fmla="*/ 1521 h 1575"/>
              <a:gd name="p0x7" fmla="*/ 10131 w 10185"/>
              <a:gd name="p0y7" fmla="*/ 1575 h 1575"/>
              <a:gd name="p0x8" fmla="*/ 10065 w 10185"/>
              <a:gd name="p0y8" fmla="*/ 1575 h 1575"/>
              <a:gd name="p0x9" fmla="*/ 120 w 10185"/>
              <a:gd name="p0y9" fmla="*/ 1575 h 1575"/>
              <a:gd name="p0x10" fmla="*/ 53 w 10185"/>
              <a:gd name="p0y10" fmla="*/ 1575 h 1575"/>
              <a:gd name="p0x11" fmla="*/ 0 w 10185"/>
              <a:gd name="p0y11" fmla="*/ 1521 h 1575"/>
              <a:gd name="p0x12" fmla="*/ 0 w 10185"/>
              <a:gd name="p0y12" fmla="*/ 1455 h 1575"/>
              <a:gd name="p0x13" fmla="*/ 0 w 10185"/>
              <a:gd name="p0y13" fmla="*/ 120 h 1575"/>
              <a:gd name="p0x14" fmla="*/ 0 w 10185"/>
              <a:gd name="p0y14" fmla="*/ 53 h 1575"/>
              <a:gd name="p0x15" fmla="*/ 53 w 10185"/>
              <a:gd name="p0y15" fmla="*/ 0 h 1575"/>
              <a:gd name="p0x16" fmla="*/ 120 w 10185"/>
              <a:gd name="p0y16" fmla="*/ 0 h 15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33"/>
            </p:custDataLst>
          </p:nvPr>
        </p:nvSpPr>
        <p:spPr>
          <a:xfrm>
            <a:off x="5457825" y="57245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4"/>
            </p:custDataLst>
          </p:nvPr>
        </p:nvSpPr>
        <p:spPr>
          <a:xfrm>
            <a:off x="5563867" y="5755481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0D4A63"/>
                </a:solidFill>
                <a:cs typeface="+mn-lt"/>
              </a:rPr>
              <a:t>4</a:t>
            </a:r>
            <a:endParaRPr sz="165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41" name="文本框 40"/>
          <p:cNvSpPr txBox="1"/>
          <p:nvPr>
            <p:custDataLst>
              <p:tags r:id="rId35"/>
            </p:custDataLst>
          </p:nvPr>
        </p:nvSpPr>
        <p:spPr>
          <a:xfrm>
            <a:off x="5953125" y="5603081"/>
            <a:ext cx="3221241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1A5E7A"/>
                </a:solidFill>
                <a:cs typeface="+mn-lt"/>
              </a:rPr>
              <a:t>关键信号超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2AA4D0"/>
                </a:solidFill>
                <a:cs typeface="+mn-lt"/>
              </a:rPr>
              <a:t>1/10</a:t>
            </a:r>
            <a:r>
              <a:rPr lang="zh-CN" altLang="en-US" sz="1500" b="1">
                <a:solidFill>
                  <a:srgbClr val="2AA4D0"/>
                </a:solidFill>
                <a:cs typeface="+mn-lt"/>
              </a:rPr>
              <a:t>波长</a:t>
            </a:r>
            <a:r>
              <a:rPr lang="en-US" sz="1500">
                <a:solidFill>
                  <a:srgbClr val="1A5E7A"/>
                </a:solidFill>
                <a:cs typeface="+mn-lt"/>
              </a:rPr>
              <a:t> </a:t>
            </a:r>
            <a:r>
              <a:rPr lang="zh-CN" sz="1500">
                <a:solidFill>
                  <a:srgbClr val="1A5E7A"/>
                </a:solidFill>
                <a:cs typeface="+mn-lt"/>
              </a:rPr>
              <a:t>强制终端匹配</a:t>
            </a:r>
            <a:endParaRPr lang="zh-CN" sz="1500">
              <a:solidFill>
                <a:srgbClr val="1A5E7A"/>
              </a:solidFill>
              <a:cs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36"/>
            </p:custDataLst>
          </p:nvPr>
        </p:nvSpPr>
        <p:spPr>
          <a:xfrm>
            <a:off x="5953125" y="5946458"/>
            <a:ext cx="558165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A7A8F"/>
                </a:solidFill>
                <a:cs typeface="+mn-lt"/>
              </a:rPr>
              <a:t>从源头规避信号反射风险</a:t>
            </a:r>
            <a:endParaRPr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38" name="任意多边形 37"/>
          <p:cNvSpPr/>
          <p:nvPr>
            <p:custDataLst>
              <p:tags r:id="rId37"/>
            </p:custDataLst>
          </p:nvPr>
        </p:nvSpPr>
        <p:spPr>
          <a:xfrm>
            <a:off x="5267325" y="5417388"/>
            <a:ext cx="28575" cy="9571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" h="1507">
                <a:moveTo>
                  <a:pt x="45" y="1507"/>
                </a:moveTo>
                <a:cubicBezTo>
                  <a:pt x="18" y="1485"/>
                  <a:pt x="0" y="1452"/>
                  <a:pt x="0" y="1414"/>
                </a:cubicBezTo>
                <a:lnTo>
                  <a:pt x="0" y="94"/>
                </a:lnTo>
                <a:cubicBezTo>
                  <a:pt x="0" y="56"/>
                  <a:pt x="18" y="22"/>
                  <a:pt x="4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57200" y="1109663"/>
            <a:ext cx="112776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细节决定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PCB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整体性能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——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差分等长、星形拓扑、完整回流，三层防护确保信号完整性</a:t>
            </a:r>
            <a:endParaRPr lang="zh-CN" altLang="en-US"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2"/>
            </p:custDataLst>
          </p:nvPr>
        </p:nvSpPr>
        <p:spPr>
          <a:xfrm>
            <a:off x="461645" y="1585595"/>
            <a:ext cx="5553075" cy="2324100"/>
          </a:xfrm>
          <a:custGeom>
            <a:avLst/>
            <a:gdLst>
              <a:gd name="sw" fmla="*/ 1 w 8745"/>
              <a:gd name="sh" fmla="*/ 1 h 3660"/>
              <a:gd name="mins" fmla="min sw sh"/>
              <a:gd name="dsw" fmla="+- 0 sw mins"/>
              <a:gd name="dsh" fmla="+- 0 sh mins"/>
              <a:gd name="p0x0" fmla="*/ 120 w 8745"/>
              <a:gd name="p0y0" fmla="*/ 0 h 3660"/>
              <a:gd name="p0x1" fmla="*/ 8625 w 8745"/>
              <a:gd name="p0y1" fmla="*/ 0 h 3660"/>
              <a:gd name="p0x2" fmla="*/ 8691 w 8745"/>
              <a:gd name="p0y2" fmla="*/ 0 h 3660"/>
              <a:gd name="p0x3" fmla="*/ 8745 w 8745"/>
              <a:gd name="p0y3" fmla="*/ 53 h 3660"/>
              <a:gd name="p0x4" fmla="*/ 8745 w 8745"/>
              <a:gd name="p0y4" fmla="*/ 120 h 3660"/>
              <a:gd name="p0x5" fmla="*/ 8745 w 8745"/>
              <a:gd name="p0y5" fmla="*/ 3540 h 3660"/>
              <a:gd name="p0x6" fmla="*/ 8745 w 8745"/>
              <a:gd name="p0y6" fmla="*/ 3606 h 3660"/>
              <a:gd name="p0x7" fmla="*/ 8691 w 8745"/>
              <a:gd name="p0y7" fmla="*/ 3660 h 3660"/>
              <a:gd name="p0x8" fmla="*/ 8625 w 8745"/>
              <a:gd name="p0y8" fmla="*/ 3660 h 3660"/>
              <a:gd name="p0x9" fmla="*/ 120 w 8745"/>
              <a:gd name="p0y9" fmla="*/ 3660 h 3660"/>
              <a:gd name="p0x10" fmla="*/ 53 w 8745"/>
              <a:gd name="p0y10" fmla="*/ 3660 h 3660"/>
              <a:gd name="p0x11" fmla="*/ 0 w 8745"/>
              <a:gd name="p0y11" fmla="*/ 3606 h 3660"/>
              <a:gd name="p0x12" fmla="*/ 0 w 8745"/>
              <a:gd name="p0y12" fmla="*/ 3540 h 3660"/>
              <a:gd name="p0x13" fmla="*/ 0 w 8745"/>
              <a:gd name="p0y13" fmla="*/ 120 h 3660"/>
              <a:gd name="p0x14" fmla="*/ 0 w 8745"/>
              <a:gd name="p0y14" fmla="*/ 53 h 3660"/>
              <a:gd name="p0x15" fmla="*/ 53 w 8745"/>
              <a:gd name="p0y15" fmla="*/ 0 h 3660"/>
              <a:gd name="p0x16" fmla="*/ 120 w 8745"/>
              <a:gd name="p0y16" fmla="*/ 0 h 3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57225" y="17907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723900" y="1821656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2AA4D0"/>
                </a:solidFill>
                <a:cs typeface="+mn-lt"/>
              </a:rPr>
              <a:t>Ⅰ</a:t>
            </a:r>
            <a:endParaRPr sz="1650" b="1">
              <a:solidFill>
                <a:srgbClr val="2AA4D0"/>
              </a:solidFill>
              <a:cs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114425" y="1765935"/>
            <a:ext cx="162766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1A5E7A"/>
                </a:solidFill>
                <a:cs typeface="+mn-lt"/>
              </a:rPr>
              <a:t>差分信号布线</a:t>
            </a:r>
            <a:endParaRPr b="1" spc="36">
              <a:solidFill>
                <a:srgbClr val="1A5E7A"/>
              </a:solidFill>
              <a:cs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657225" y="2245995"/>
            <a:ext cx="5162550" cy="5372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en-US" sz="1350">
                <a:solidFill>
                  <a:srgbClr val="4A7A8F"/>
                </a:solidFill>
                <a:cs typeface="+mn-lt"/>
              </a:rPr>
              <a:t>I2C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接口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SCL/SDA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差分对采用</a:t>
            </a:r>
            <a:r>
              <a:rPr sz="1350" b="1">
                <a:solidFill>
                  <a:srgbClr val="2AA4D0"/>
                </a:solidFill>
                <a:cs typeface="+mn-lt"/>
              </a:rPr>
              <a:t>等长、等距、同层</a:t>
            </a:r>
            <a:r>
              <a:rPr sz="1350">
                <a:solidFill>
                  <a:srgbClr val="4A7A8F"/>
                </a:solidFill>
                <a:cs typeface="+mn-lt"/>
              </a:rPr>
              <a:t>走线原则，长度差控制</a:t>
            </a:r>
            <a:r>
              <a:rPr lang="zh-CN" sz="1350" b="1">
                <a:solidFill>
                  <a:srgbClr val="2AA4D0"/>
                </a:solidFill>
                <a:cs typeface="+mn-lt"/>
              </a:rPr>
              <a:t>±</a:t>
            </a:r>
            <a:r>
              <a:rPr lang="en-US" altLang="zh-CN" sz="1350" b="1">
                <a:solidFill>
                  <a:srgbClr val="2AA4D0"/>
                </a:solidFill>
                <a:cs typeface="+mn-lt"/>
              </a:rPr>
              <a:t>5%</a:t>
            </a:r>
            <a:r>
              <a:rPr lang="zh-CN" altLang="en-US" sz="1350" b="1">
                <a:solidFill>
                  <a:srgbClr val="2AA4D0"/>
                </a:solidFill>
                <a:cs typeface="+mn-lt"/>
              </a:rPr>
              <a:t>以内</a:t>
            </a:r>
            <a:r>
              <a:rPr sz="1350">
                <a:solidFill>
                  <a:srgbClr val="4A7A8F"/>
                </a:solidFill>
                <a:cs typeface="+mn-lt"/>
              </a:rPr>
              <a:t>，相位差最小化。</a:t>
            </a:r>
            <a:endParaRPr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57225" y="3115310"/>
            <a:ext cx="2524125" cy="599440"/>
          </a:xfrm>
          <a:custGeom>
            <a:avLst/>
            <a:gdLst>
              <a:gd name="sw" fmla="*/ 1 w 3975"/>
              <a:gd name="sh" fmla="*/ 1 h 943"/>
              <a:gd name="mins" fmla="min sw sh"/>
              <a:gd name="dsw" fmla="+- 0 sw mins"/>
              <a:gd name="dsh" fmla="+- 0 sh mins"/>
              <a:gd name="p0x0" fmla="*/ 120 w 3975"/>
              <a:gd name="p0y0" fmla="*/ 0 h 943"/>
              <a:gd name="p0x1" fmla="*/ 3855 w 3975"/>
              <a:gd name="p0y1" fmla="*/ 0 h 943"/>
              <a:gd name="p0x2" fmla="*/ 3921 w 3975"/>
              <a:gd name="p0y2" fmla="*/ 0 h 943"/>
              <a:gd name="p0x3" fmla="*/ 3975 w 3975"/>
              <a:gd name="p0y3" fmla="*/ 53 h 943"/>
              <a:gd name="p0x4" fmla="*/ 3975 w 3975"/>
              <a:gd name="p0y4" fmla="*/ 120 h 943"/>
              <a:gd name="p0x5" fmla="*/ 3975 w 3975"/>
              <a:gd name="p0y5" fmla="*/ 823 h 943"/>
              <a:gd name="p0x6" fmla="*/ 3975 w 3975"/>
              <a:gd name="p0y6" fmla="*/ 889 h 943"/>
              <a:gd name="p0x7" fmla="*/ 3921 w 3975"/>
              <a:gd name="p0y7" fmla="*/ 943 h 943"/>
              <a:gd name="p0x8" fmla="*/ 3855 w 3975"/>
              <a:gd name="p0y8" fmla="*/ 943 h 943"/>
              <a:gd name="p0x9" fmla="*/ 120 w 3975"/>
              <a:gd name="p0y9" fmla="*/ 943 h 943"/>
              <a:gd name="p0x10" fmla="*/ 53 w 3975"/>
              <a:gd name="p0y10" fmla="*/ 943 h 943"/>
              <a:gd name="p0x11" fmla="*/ 0 w 3975"/>
              <a:gd name="p0y11" fmla="*/ 889 h 943"/>
              <a:gd name="p0x12" fmla="*/ 0 w 3975"/>
              <a:gd name="p0y12" fmla="*/ 823 h 943"/>
              <a:gd name="p0x13" fmla="*/ 0 w 3975"/>
              <a:gd name="p0y13" fmla="*/ 120 h 943"/>
              <a:gd name="p0x14" fmla="*/ 0 w 3975"/>
              <a:gd name="p0y14" fmla="*/ 53 h 943"/>
              <a:gd name="p0x15" fmla="*/ 53 w 3975"/>
              <a:gd name="p0y15" fmla="*/ 0 h 943"/>
              <a:gd name="p0x16" fmla="*/ 120 w 3975"/>
              <a:gd name="p0y16" fmla="*/ 0 h 94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1377772" y="3172797"/>
            <a:ext cx="1083021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1650" b="1">
                <a:solidFill>
                  <a:srgbClr val="2AA4D0"/>
                </a:solidFill>
                <a:cs typeface="+mn-lt"/>
              </a:rPr>
              <a:t>±</a:t>
            </a:r>
            <a:r>
              <a:rPr lang="en-US" altLang="zh-CN" sz="1650" b="1">
                <a:solidFill>
                  <a:srgbClr val="2AA4D0"/>
                </a:solidFill>
                <a:cs typeface="+mn-lt"/>
              </a:rPr>
              <a:t>5%</a:t>
            </a:r>
            <a:r>
              <a:rPr lang="zh-CN" altLang="en-US" sz="1650" b="1">
                <a:solidFill>
                  <a:srgbClr val="2AA4D0"/>
                </a:solidFill>
                <a:cs typeface="+mn-lt"/>
              </a:rPr>
              <a:t>以内</a:t>
            </a:r>
            <a:endParaRPr lang="zh-CN" altLang="en-US" sz="1650" b="1">
              <a:solidFill>
                <a:srgbClr val="2AA4D0"/>
              </a:solidFill>
              <a:cs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1519161" y="3462338"/>
            <a:ext cx="80017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4A7A8F"/>
                </a:solidFill>
                <a:cs typeface="+mn-lt"/>
              </a:rPr>
              <a:t>长度差控制</a:t>
            </a:r>
            <a:endParaRPr sz="1050">
              <a:solidFill>
                <a:srgbClr val="4A7A8F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3295650" y="3115310"/>
            <a:ext cx="2524125" cy="599440"/>
          </a:xfrm>
          <a:custGeom>
            <a:avLst/>
            <a:gdLst>
              <a:gd name="sw" fmla="*/ 1 w 3975"/>
              <a:gd name="sh" fmla="*/ 1 h 943"/>
              <a:gd name="mins" fmla="min sw sh"/>
              <a:gd name="dsw" fmla="+- 0 sw mins"/>
              <a:gd name="dsh" fmla="+- 0 sh mins"/>
              <a:gd name="p0x0" fmla="*/ 120 w 3975"/>
              <a:gd name="p0y0" fmla="*/ 0 h 943"/>
              <a:gd name="p0x1" fmla="*/ 3855 w 3975"/>
              <a:gd name="p0y1" fmla="*/ 0 h 943"/>
              <a:gd name="p0x2" fmla="*/ 3921 w 3975"/>
              <a:gd name="p0y2" fmla="*/ 0 h 943"/>
              <a:gd name="p0x3" fmla="*/ 3975 w 3975"/>
              <a:gd name="p0y3" fmla="*/ 53 h 943"/>
              <a:gd name="p0x4" fmla="*/ 3975 w 3975"/>
              <a:gd name="p0y4" fmla="*/ 120 h 943"/>
              <a:gd name="p0x5" fmla="*/ 3975 w 3975"/>
              <a:gd name="p0y5" fmla="*/ 823 h 943"/>
              <a:gd name="p0x6" fmla="*/ 3975 w 3975"/>
              <a:gd name="p0y6" fmla="*/ 889 h 943"/>
              <a:gd name="p0x7" fmla="*/ 3921 w 3975"/>
              <a:gd name="p0y7" fmla="*/ 943 h 943"/>
              <a:gd name="p0x8" fmla="*/ 3855 w 3975"/>
              <a:gd name="p0y8" fmla="*/ 943 h 943"/>
              <a:gd name="p0x9" fmla="*/ 120 w 3975"/>
              <a:gd name="p0y9" fmla="*/ 943 h 943"/>
              <a:gd name="p0x10" fmla="*/ 53 w 3975"/>
              <a:gd name="p0y10" fmla="*/ 943 h 943"/>
              <a:gd name="p0x11" fmla="*/ 0 w 3975"/>
              <a:gd name="p0y11" fmla="*/ 889 h 943"/>
              <a:gd name="p0x12" fmla="*/ 0 w 3975"/>
              <a:gd name="p0y12" fmla="*/ 823 h 943"/>
              <a:gd name="p0x13" fmla="*/ 0 w 3975"/>
              <a:gd name="p0y13" fmla="*/ 120 h 943"/>
              <a:gd name="p0x14" fmla="*/ 0 w 3975"/>
              <a:gd name="p0y14" fmla="*/ 53 h 943"/>
              <a:gd name="p0x15" fmla="*/ 53 w 3975"/>
              <a:gd name="p0y15" fmla="*/ 0 h 943"/>
              <a:gd name="p0x16" fmla="*/ 120 w 3975"/>
              <a:gd name="p0y16" fmla="*/ 0 h 94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3614738" y="3172797"/>
            <a:ext cx="1885950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1650" b="1">
                <a:solidFill>
                  <a:srgbClr val="2AA4D0"/>
                </a:solidFill>
                <a:cs typeface="+mn-lt"/>
              </a:rPr>
              <a:t>等长</a:t>
            </a:r>
            <a:r>
              <a:rPr lang="en-US" altLang="zh-CN" sz="1650" b="1">
                <a:solidFill>
                  <a:srgbClr val="2AA4D0"/>
                </a:solidFill>
                <a:cs typeface="+mn-lt"/>
              </a:rPr>
              <a:t>·</a:t>
            </a:r>
            <a:r>
              <a:rPr lang="zh-CN" altLang="en-US" sz="1650" b="1">
                <a:solidFill>
                  <a:srgbClr val="2AA4D0"/>
                </a:solidFill>
                <a:cs typeface="+mn-lt"/>
              </a:rPr>
              <a:t>等距</a:t>
            </a:r>
            <a:r>
              <a:rPr lang="en-US" altLang="zh-CN" sz="1650" b="1">
                <a:solidFill>
                  <a:srgbClr val="2AA4D0"/>
                </a:solidFill>
                <a:cs typeface="+mn-lt"/>
              </a:rPr>
              <a:t>·</a:t>
            </a:r>
            <a:r>
              <a:rPr lang="zh-CN" altLang="en-US" sz="1650" b="1">
                <a:solidFill>
                  <a:srgbClr val="2AA4D0"/>
                </a:solidFill>
                <a:cs typeface="+mn-lt"/>
              </a:rPr>
              <a:t>同层</a:t>
            </a:r>
            <a:endParaRPr lang="zh-CN" altLang="en-US" sz="1650" b="1">
              <a:solidFill>
                <a:srgbClr val="2AA4D0"/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4224261" y="3462338"/>
            <a:ext cx="6668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4A7A8F"/>
                </a:solidFill>
                <a:cs typeface="+mn-lt"/>
              </a:rPr>
              <a:t>走线原则</a:t>
            </a:r>
            <a:endParaRPr sz="1050">
              <a:solidFill>
                <a:srgbClr val="4A7A8F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13"/>
            </p:custDataLst>
          </p:nvPr>
        </p:nvSpPr>
        <p:spPr>
          <a:xfrm>
            <a:off x="483439" y="1590675"/>
            <a:ext cx="5510123" cy="28575"/>
          </a:xfrm>
          <a:custGeom>
            <a:avLst/>
            <a:gdLst>
              <a:gd name="sw" fmla="*/ 1 w 8730"/>
              <a:gd name="sh" fmla="*/ 1 h 45"/>
              <a:gd name="mins" fmla="min sw sh"/>
              <a:gd name="dsw" fmla="+- 0 sw mins"/>
              <a:gd name="dsh" fmla="+- 0 sh mins"/>
              <a:gd name="p0x0" fmla="*/ 45 w 8730"/>
              <a:gd name="p0y0" fmla="*/ 0 h 45"/>
              <a:gd name="p0x1" fmla="*/ 8685 w 8730"/>
              <a:gd name="p0y1" fmla="*/ 0 h 45"/>
              <a:gd name="p0x2" fmla="*/ 8709 w 8730"/>
              <a:gd name="p0y2" fmla="*/ 0 h 45"/>
              <a:gd name="p0x3" fmla="*/ 8730 w 8730"/>
              <a:gd name="p0y3" fmla="*/ 20 h 45"/>
              <a:gd name="p0x4" fmla="*/ 8730 w 8730"/>
              <a:gd name="p0y4" fmla="*/ 45 h 45"/>
              <a:gd name="p0x5" fmla="*/ 0 w 8730"/>
              <a:gd name="p0y5" fmla="*/ 45 h 45"/>
              <a:gd name="p0x6" fmla="*/ 0 w 8730"/>
              <a:gd name="p0y6" fmla="*/ 20 h 45"/>
              <a:gd name="p0x7" fmla="*/ 20 w 8730"/>
              <a:gd name="p0y7" fmla="*/ 0 h 45"/>
              <a:gd name="p0x8" fmla="*/ 45 w 8730"/>
              <a:gd name="p0y8" fmla="*/ 0 h 45"/>
            </a:gdLst>
            <a:ahLst/>
            <a:cxnLst/>
            <a:pathLst>
              <a:path w="8677" h="45">
                <a:moveTo>
                  <a:pt x="94" y="0"/>
                </a:moveTo>
                <a:lnTo>
                  <a:pt x="8584" y="0"/>
                </a:lnTo>
                <a:cubicBezTo>
                  <a:pt x="8621" y="-3"/>
                  <a:pt x="8664" y="25"/>
                  <a:pt x="867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4"/>
            </p:custDataLst>
          </p:nvPr>
        </p:nvSpPr>
        <p:spPr>
          <a:xfrm>
            <a:off x="6176645" y="1585595"/>
            <a:ext cx="5553075" cy="2324100"/>
          </a:xfrm>
          <a:custGeom>
            <a:avLst/>
            <a:gdLst>
              <a:gd name="sw" fmla="*/ 1 w 8745"/>
              <a:gd name="sh" fmla="*/ 1 h 3660"/>
              <a:gd name="mins" fmla="min sw sh"/>
              <a:gd name="dsw" fmla="+- 0 sw mins"/>
              <a:gd name="dsh" fmla="+- 0 sh mins"/>
              <a:gd name="p0x0" fmla="*/ 120 w 8745"/>
              <a:gd name="p0y0" fmla="*/ 0 h 3660"/>
              <a:gd name="p0x1" fmla="*/ 8625 w 8745"/>
              <a:gd name="p0y1" fmla="*/ 0 h 3660"/>
              <a:gd name="p0x2" fmla="*/ 8691 w 8745"/>
              <a:gd name="p0y2" fmla="*/ 0 h 3660"/>
              <a:gd name="p0x3" fmla="*/ 8745 w 8745"/>
              <a:gd name="p0y3" fmla="*/ 53 h 3660"/>
              <a:gd name="p0x4" fmla="*/ 8745 w 8745"/>
              <a:gd name="p0y4" fmla="*/ 120 h 3660"/>
              <a:gd name="p0x5" fmla="*/ 8745 w 8745"/>
              <a:gd name="p0y5" fmla="*/ 3540 h 3660"/>
              <a:gd name="p0x6" fmla="*/ 8745 w 8745"/>
              <a:gd name="p0y6" fmla="*/ 3606 h 3660"/>
              <a:gd name="p0x7" fmla="*/ 8691 w 8745"/>
              <a:gd name="p0y7" fmla="*/ 3660 h 3660"/>
              <a:gd name="p0x8" fmla="*/ 8625 w 8745"/>
              <a:gd name="p0y8" fmla="*/ 3660 h 3660"/>
              <a:gd name="p0x9" fmla="*/ 120 w 8745"/>
              <a:gd name="p0y9" fmla="*/ 3660 h 3660"/>
              <a:gd name="p0x10" fmla="*/ 53 w 8745"/>
              <a:gd name="p0y10" fmla="*/ 3660 h 3660"/>
              <a:gd name="p0x11" fmla="*/ 0 w 8745"/>
              <a:gd name="p0y11" fmla="*/ 3606 h 3660"/>
              <a:gd name="p0x12" fmla="*/ 0 w 8745"/>
              <a:gd name="p0y12" fmla="*/ 3540 h 3660"/>
              <a:gd name="p0x13" fmla="*/ 0 w 8745"/>
              <a:gd name="p0y13" fmla="*/ 120 h 3660"/>
              <a:gd name="p0x14" fmla="*/ 0 w 8745"/>
              <a:gd name="p0y14" fmla="*/ 53 h 3660"/>
              <a:gd name="p0x15" fmla="*/ 53 w 8745"/>
              <a:gd name="p0y15" fmla="*/ 0 h 3660"/>
              <a:gd name="p0x16" fmla="*/ 120 w 8745"/>
              <a:gd name="p0y16" fmla="*/ 0 h 3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15"/>
            </p:custDataLst>
          </p:nvPr>
        </p:nvSpPr>
        <p:spPr>
          <a:xfrm>
            <a:off x="6372225" y="17907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6"/>
            </p:custDataLst>
          </p:nvPr>
        </p:nvSpPr>
        <p:spPr>
          <a:xfrm>
            <a:off x="6438900" y="1821656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2AA4D0"/>
                </a:solidFill>
                <a:cs typeface="+mn-lt"/>
              </a:rPr>
              <a:t>Ⅱ</a:t>
            </a:r>
            <a:endParaRPr sz="1650" b="1">
              <a:solidFill>
                <a:srgbClr val="2AA4D0"/>
              </a:solidFill>
              <a:cs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7"/>
            </p:custDataLst>
          </p:nvPr>
        </p:nvSpPr>
        <p:spPr>
          <a:xfrm>
            <a:off x="6829425" y="1765935"/>
            <a:ext cx="162766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1A5E7A"/>
                </a:solidFill>
                <a:cs typeface="+mn-lt"/>
              </a:rPr>
              <a:t>关键电源路径</a:t>
            </a:r>
            <a:endParaRPr b="1" spc="36">
              <a:solidFill>
                <a:srgbClr val="1A5E7A"/>
              </a:solidFill>
              <a:cs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6372225" y="2245995"/>
            <a:ext cx="5162550" cy="5372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>
                <a:solidFill>
                  <a:srgbClr val="4A7A8F"/>
                </a:solidFill>
                <a:cs typeface="+mn-lt"/>
              </a:rPr>
              <a:t>大电流路径加粗处理，电源模块采用</a:t>
            </a:r>
            <a:r>
              <a:rPr sz="1350" b="1">
                <a:solidFill>
                  <a:srgbClr val="2AA4D0"/>
                </a:solidFill>
                <a:cs typeface="+mn-lt"/>
              </a:rPr>
              <a:t>星形拓扑</a:t>
            </a:r>
            <a:r>
              <a:rPr sz="1350">
                <a:solidFill>
                  <a:srgbClr val="4A7A8F"/>
                </a:solidFill>
                <a:cs typeface="+mn-lt"/>
              </a:rPr>
              <a:t>结构，从入口点分别引出至各负载节点，降低压降与噪声耦合。</a:t>
            </a:r>
            <a:endParaRPr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25" name="任意多边形 24"/>
          <p:cNvSpPr/>
          <p:nvPr>
            <p:custDataLst>
              <p:tags r:id="rId19"/>
            </p:custDataLst>
          </p:nvPr>
        </p:nvSpPr>
        <p:spPr>
          <a:xfrm>
            <a:off x="6376670" y="3471545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0"/>
            </p:custDataLst>
          </p:nvPr>
        </p:nvSpPr>
        <p:spPr>
          <a:xfrm>
            <a:off x="6496050" y="3506153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4A7A8F"/>
                </a:solidFill>
                <a:cs typeface="+mn-lt"/>
              </a:rPr>
              <a:t>星形拓扑</a:t>
            </a:r>
            <a:endParaRPr sz="1200">
              <a:solidFill>
                <a:srgbClr val="4A7A8F"/>
              </a:solidFill>
              <a:cs typeface="+mn-lt"/>
            </a:endParaRPr>
          </a:p>
        </p:txBody>
      </p:sp>
      <p:sp>
        <p:nvSpPr>
          <p:cNvPr id="27" name="任意多边形 26"/>
          <p:cNvSpPr/>
          <p:nvPr>
            <p:custDataLst>
              <p:tags r:id="rId21"/>
            </p:custDataLst>
          </p:nvPr>
        </p:nvSpPr>
        <p:spPr>
          <a:xfrm>
            <a:off x="7310120" y="3471545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2"/>
            </p:custDataLst>
          </p:nvPr>
        </p:nvSpPr>
        <p:spPr>
          <a:xfrm>
            <a:off x="7429576" y="3506153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4A7A8F"/>
                </a:solidFill>
                <a:cs typeface="+mn-lt"/>
              </a:rPr>
              <a:t>路径加粗</a:t>
            </a:r>
            <a:endParaRPr sz="1200">
              <a:solidFill>
                <a:srgbClr val="4A7A8F"/>
              </a:solidFill>
              <a:cs typeface="+mn-lt"/>
            </a:endParaRPr>
          </a:p>
        </p:txBody>
      </p:sp>
      <p:sp>
        <p:nvSpPr>
          <p:cNvPr id="29" name="任意多边形 28"/>
          <p:cNvSpPr/>
          <p:nvPr>
            <p:custDataLst>
              <p:tags r:id="rId23"/>
            </p:custDataLst>
          </p:nvPr>
        </p:nvSpPr>
        <p:spPr>
          <a:xfrm>
            <a:off x="8243570" y="3471545"/>
            <a:ext cx="1609725" cy="238125"/>
          </a:xfrm>
          <a:custGeom>
            <a:avLst/>
            <a:gdLst>
              <a:gd name="sw" fmla="*/ 1 w 2535"/>
              <a:gd name="sh" fmla="*/ 1 h 375"/>
              <a:gd name="mins" fmla="min sw sh"/>
              <a:gd name="dsw" fmla="+- 0 sw mins"/>
              <a:gd name="dsh" fmla="+- 0 sh mins"/>
              <a:gd name="p0x0" fmla="*/ 187 w 2535"/>
              <a:gd name="p0y0" fmla="*/ 0 h 375"/>
              <a:gd name="p0x1" fmla="*/ 2347 w 2535"/>
              <a:gd name="p0y1" fmla="*/ 0 h 375"/>
              <a:gd name="p0x2" fmla="*/ 2451 w 2535"/>
              <a:gd name="p0y2" fmla="*/ 0 h 375"/>
              <a:gd name="p0x3" fmla="*/ 2535 w 2535"/>
              <a:gd name="p0y3" fmla="*/ 83 h 375"/>
              <a:gd name="p0x4" fmla="*/ 2535 w 2535"/>
              <a:gd name="p0y4" fmla="*/ 187 h 375"/>
              <a:gd name="p0x5" fmla="*/ 2535 w 2535"/>
              <a:gd name="p0y5" fmla="*/ 291 h 375"/>
              <a:gd name="p0x6" fmla="*/ 2451 w 2535"/>
              <a:gd name="p0y6" fmla="*/ 375 h 375"/>
              <a:gd name="p0x7" fmla="*/ 2347 w 2535"/>
              <a:gd name="p0y7" fmla="*/ 375 h 375"/>
              <a:gd name="p0x8" fmla="*/ 187 w 2535"/>
              <a:gd name="p0y8" fmla="*/ 375 h 375"/>
              <a:gd name="p0x9" fmla="*/ 83 w 2535"/>
              <a:gd name="p0y9" fmla="*/ 375 h 375"/>
              <a:gd name="p0x10" fmla="*/ 0 w 2535"/>
              <a:gd name="p0y10" fmla="*/ 291 h 375"/>
              <a:gd name="p0x11" fmla="*/ 0 w 2535"/>
              <a:gd name="p0y11" fmla="*/ 187 h 375"/>
              <a:gd name="p0x12" fmla="*/ 0 w 2535"/>
              <a:gd name="p0y12" fmla="*/ 83 h 375"/>
              <a:gd name="p0x13" fmla="*/ 83 w 2535"/>
              <a:gd name="p0y13" fmla="*/ 0 h 375"/>
              <a:gd name="p0x14" fmla="*/ 187 w 25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4"/>
            </p:custDataLst>
          </p:nvPr>
        </p:nvSpPr>
        <p:spPr>
          <a:xfrm>
            <a:off x="8363103" y="3506153"/>
            <a:ext cx="1524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4A7A8F"/>
                </a:solidFill>
                <a:cs typeface="+mn-lt"/>
              </a:rPr>
              <a:t>降低压降与噪声耦合</a:t>
            </a:r>
            <a:endParaRPr sz="1200">
              <a:solidFill>
                <a:srgbClr val="4A7A8F"/>
              </a:solidFill>
              <a:cs typeface="+mn-lt"/>
            </a:endParaRPr>
          </a:p>
        </p:txBody>
      </p:sp>
      <p:sp>
        <p:nvSpPr>
          <p:cNvPr id="20" name="任意多边形 19"/>
          <p:cNvSpPr/>
          <p:nvPr>
            <p:custDataLst>
              <p:tags r:id="rId25"/>
            </p:custDataLst>
          </p:nvPr>
        </p:nvSpPr>
        <p:spPr>
          <a:xfrm>
            <a:off x="6198439" y="1590675"/>
            <a:ext cx="5510123" cy="28575"/>
          </a:xfrm>
          <a:custGeom>
            <a:avLst/>
            <a:gdLst>
              <a:gd name="sw" fmla="*/ 1 w 8730"/>
              <a:gd name="sh" fmla="*/ 1 h 45"/>
              <a:gd name="mins" fmla="min sw sh"/>
              <a:gd name="dsw" fmla="+- 0 sw mins"/>
              <a:gd name="dsh" fmla="+- 0 sh mins"/>
              <a:gd name="p0x0" fmla="*/ 45 w 8730"/>
              <a:gd name="p0y0" fmla="*/ 0 h 45"/>
              <a:gd name="p0x1" fmla="*/ 8685 w 8730"/>
              <a:gd name="p0y1" fmla="*/ 0 h 45"/>
              <a:gd name="p0x2" fmla="*/ 8709 w 8730"/>
              <a:gd name="p0y2" fmla="*/ 0 h 45"/>
              <a:gd name="p0x3" fmla="*/ 8730 w 8730"/>
              <a:gd name="p0y3" fmla="*/ 20 h 45"/>
              <a:gd name="p0x4" fmla="*/ 8730 w 8730"/>
              <a:gd name="p0y4" fmla="*/ 45 h 45"/>
              <a:gd name="p0x5" fmla="*/ 0 w 8730"/>
              <a:gd name="p0y5" fmla="*/ 45 h 45"/>
              <a:gd name="p0x6" fmla="*/ 0 w 8730"/>
              <a:gd name="p0y6" fmla="*/ 20 h 45"/>
              <a:gd name="p0x7" fmla="*/ 20 w 8730"/>
              <a:gd name="p0y7" fmla="*/ 0 h 45"/>
              <a:gd name="p0x8" fmla="*/ 45 w 8730"/>
              <a:gd name="p0y8" fmla="*/ 0 h 45"/>
            </a:gdLst>
            <a:ahLst/>
            <a:cxnLst/>
            <a:pathLst>
              <a:path w="8677" h="45">
                <a:moveTo>
                  <a:pt x="94" y="0"/>
                </a:moveTo>
                <a:lnTo>
                  <a:pt x="8584" y="0"/>
                </a:lnTo>
                <a:cubicBezTo>
                  <a:pt x="8621" y="-3"/>
                  <a:pt x="8664" y="25"/>
                  <a:pt x="867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26"/>
            </p:custDataLst>
          </p:nvPr>
        </p:nvSpPr>
        <p:spPr>
          <a:xfrm>
            <a:off x="461645" y="4071620"/>
            <a:ext cx="5553075" cy="2324100"/>
          </a:xfrm>
          <a:custGeom>
            <a:avLst/>
            <a:gdLst>
              <a:gd name="sw" fmla="*/ 1 w 8745"/>
              <a:gd name="sh" fmla="*/ 1 h 3660"/>
              <a:gd name="mins" fmla="min sw sh"/>
              <a:gd name="dsw" fmla="+- 0 sw mins"/>
              <a:gd name="dsh" fmla="+- 0 sh mins"/>
              <a:gd name="p0x0" fmla="*/ 120 w 8745"/>
              <a:gd name="p0y0" fmla="*/ 0 h 3660"/>
              <a:gd name="p0x1" fmla="*/ 8625 w 8745"/>
              <a:gd name="p0y1" fmla="*/ 0 h 3660"/>
              <a:gd name="p0x2" fmla="*/ 8691 w 8745"/>
              <a:gd name="p0y2" fmla="*/ 0 h 3660"/>
              <a:gd name="p0x3" fmla="*/ 8745 w 8745"/>
              <a:gd name="p0y3" fmla="*/ 53 h 3660"/>
              <a:gd name="p0x4" fmla="*/ 8745 w 8745"/>
              <a:gd name="p0y4" fmla="*/ 120 h 3660"/>
              <a:gd name="p0x5" fmla="*/ 8745 w 8745"/>
              <a:gd name="p0y5" fmla="*/ 3540 h 3660"/>
              <a:gd name="p0x6" fmla="*/ 8745 w 8745"/>
              <a:gd name="p0y6" fmla="*/ 3606 h 3660"/>
              <a:gd name="p0x7" fmla="*/ 8691 w 8745"/>
              <a:gd name="p0y7" fmla="*/ 3660 h 3660"/>
              <a:gd name="p0x8" fmla="*/ 8625 w 8745"/>
              <a:gd name="p0y8" fmla="*/ 3660 h 3660"/>
              <a:gd name="p0x9" fmla="*/ 120 w 8745"/>
              <a:gd name="p0y9" fmla="*/ 3660 h 3660"/>
              <a:gd name="p0x10" fmla="*/ 53 w 8745"/>
              <a:gd name="p0y10" fmla="*/ 3660 h 3660"/>
              <a:gd name="p0x11" fmla="*/ 0 w 8745"/>
              <a:gd name="p0y11" fmla="*/ 3606 h 3660"/>
              <a:gd name="p0x12" fmla="*/ 0 w 8745"/>
              <a:gd name="p0y12" fmla="*/ 3540 h 3660"/>
              <a:gd name="p0x13" fmla="*/ 0 w 8745"/>
              <a:gd name="p0y13" fmla="*/ 120 h 3660"/>
              <a:gd name="p0x14" fmla="*/ 0 w 8745"/>
              <a:gd name="p0y14" fmla="*/ 53 h 3660"/>
              <a:gd name="p0x15" fmla="*/ 53 w 8745"/>
              <a:gd name="p0y15" fmla="*/ 0 h 3660"/>
              <a:gd name="p0x16" fmla="*/ 120 w 8745"/>
              <a:gd name="p0y16" fmla="*/ 0 h 3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27"/>
            </p:custDataLst>
          </p:nvPr>
        </p:nvSpPr>
        <p:spPr>
          <a:xfrm>
            <a:off x="657225" y="42767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28"/>
            </p:custDataLst>
          </p:nvPr>
        </p:nvSpPr>
        <p:spPr>
          <a:xfrm>
            <a:off x="723900" y="4307681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2AA4D0"/>
                </a:solidFill>
                <a:cs typeface="+mn-lt"/>
              </a:rPr>
              <a:t>Ⅲ</a:t>
            </a:r>
            <a:endParaRPr sz="1650" b="1">
              <a:solidFill>
                <a:srgbClr val="2AA4D0"/>
              </a:solidFill>
              <a:cs typeface="+mn-lt"/>
            </a:endParaRPr>
          </a:p>
        </p:txBody>
      </p:sp>
      <p:sp>
        <p:nvSpPr>
          <p:cNvPr id="36" name="文本框 35"/>
          <p:cNvSpPr txBox="1"/>
          <p:nvPr>
            <p:custDataLst>
              <p:tags r:id="rId29"/>
            </p:custDataLst>
          </p:nvPr>
        </p:nvSpPr>
        <p:spPr>
          <a:xfrm>
            <a:off x="1114425" y="4251960"/>
            <a:ext cx="116130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1A5E7A"/>
                </a:solidFill>
                <a:cs typeface="+mn-lt"/>
              </a:rPr>
              <a:t>工艺收尾</a:t>
            </a:r>
            <a:endParaRPr b="1" spc="36">
              <a:solidFill>
                <a:srgbClr val="1A5E7A"/>
              </a:solidFill>
              <a:cs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30"/>
            </p:custDataLst>
          </p:nvPr>
        </p:nvSpPr>
        <p:spPr>
          <a:xfrm>
            <a:off x="657225" y="4732020"/>
            <a:ext cx="5162550" cy="7943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350" b="1">
                <a:solidFill>
                  <a:srgbClr val="2AA4D0"/>
                </a:solidFill>
                <a:cs typeface="+mn-lt"/>
              </a:rPr>
              <a:t>第</a:t>
            </a:r>
            <a:r>
              <a:rPr lang="en-US" altLang="zh-CN" sz="1350" b="1">
                <a:solidFill>
                  <a:srgbClr val="2AA4D0"/>
                </a:solidFill>
                <a:cs typeface="+mn-lt"/>
              </a:rPr>
              <a:t>5</a:t>
            </a:r>
            <a:r>
              <a:rPr lang="zh-CN" altLang="en-US" sz="1350" b="1">
                <a:solidFill>
                  <a:srgbClr val="2AA4D0"/>
                </a:solidFill>
                <a:cs typeface="+mn-lt"/>
              </a:rPr>
              <a:t>周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完成剩余信号与电源模块布线（开关电源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+LDO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）；合理放置地孔与电源孔，缩短信号回路，抑制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EMI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辐射；添加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ESD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防护器件与滤波电容，丝印层含位号、版本号、生产日期等工业规范信息。</a:t>
            </a:r>
            <a:endParaRPr lang="zh-CN" altLang="en-US"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38" name="任意多边形 37"/>
          <p:cNvSpPr/>
          <p:nvPr>
            <p:custDataLst>
              <p:tags r:id="rId31"/>
            </p:custDataLst>
          </p:nvPr>
        </p:nvSpPr>
        <p:spPr>
          <a:xfrm>
            <a:off x="661670" y="5957570"/>
            <a:ext cx="1261745" cy="238125"/>
          </a:xfrm>
          <a:custGeom>
            <a:avLst/>
            <a:gdLst>
              <a:gd name="sw" fmla="*/ 1 w 1987"/>
              <a:gd name="sh" fmla="*/ 1 h 375"/>
              <a:gd name="mins" fmla="min sw sh"/>
              <a:gd name="dsw" fmla="+- 0 sw mins"/>
              <a:gd name="dsh" fmla="+- 0 sh mins"/>
              <a:gd name="p0x0" fmla="*/ 187 w 1987"/>
              <a:gd name="p0y0" fmla="*/ 0 h 375"/>
              <a:gd name="p0x1" fmla="*/ 1799 w 1987"/>
              <a:gd name="p0y1" fmla="*/ 0 h 375"/>
              <a:gd name="p0x2" fmla="*/ 1903 w 1987"/>
              <a:gd name="p0y2" fmla="*/ 0 h 375"/>
              <a:gd name="p0x3" fmla="*/ 1987 w 1987"/>
              <a:gd name="p0y3" fmla="*/ 83 h 375"/>
              <a:gd name="p0x4" fmla="*/ 1987 w 1987"/>
              <a:gd name="p0y4" fmla="*/ 187 h 375"/>
              <a:gd name="p0x5" fmla="*/ 1987 w 1987"/>
              <a:gd name="p0y5" fmla="*/ 291 h 375"/>
              <a:gd name="p0x6" fmla="*/ 1903 w 1987"/>
              <a:gd name="p0y6" fmla="*/ 375 h 375"/>
              <a:gd name="p0x7" fmla="*/ 1799 w 1987"/>
              <a:gd name="p0y7" fmla="*/ 375 h 375"/>
              <a:gd name="p0x8" fmla="*/ 187 w 1987"/>
              <a:gd name="p0y8" fmla="*/ 375 h 375"/>
              <a:gd name="p0x9" fmla="*/ 83 w 1987"/>
              <a:gd name="p0y9" fmla="*/ 375 h 375"/>
              <a:gd name="p0x10" fmla="*/ 0 w 1987"/>
              <a:gd name="p0y10" fmla="*/ 291 h 375"/>
              <a:gd name="p0x11" fmla="*/ 0 w 1987"/>
              <a:gd name="p0y11" fmla="*/ 187 h 375"/>
              <a:gd name="p0x12" fmla="*/ 0 w 1987"/>
              <a:gd name="p0y12" fmla="*/ 83 h 375"/>
              <a:gd name="p0x13" fmla="*/ 83 w 1987"/>
              <a:gd name="p0y13" fmla="*/ 0 h 375"/>
              <a:gd name="p0x14" fmla="*/ 187 w 1987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2"/>
            </p:custDataLst>
          </p:nvPr>
        </p:nvSpPr>
        <p:spPr>
          <a:xfrm>
            <a:off x="781050" y="5992178"/>
            <a:ext cx="1176118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200">
                <a:solidFill>
                  <a:srgbClr val="4A7A8F"/>
                </a:solidFill>
                <a:cs typeface="+mn-lt"/>
              </a:rPr>
              <a:t>开关电源</a:t>
            </a:r>
            <a:r>
              <a:rPr lang="en-US" altLang="zh-CN" sz="1200">
                <a:solidFill>
                  <a:srgbClr val="4A7A8F"/>
                </a:solidFill>
                <a:cs typeface="+mn-lt"/>
              </a:rPr>
              <a:t>+LDO</a:t>
            </a:r>
            <a:endParaRPr lang="en-US" altLang="zh-CN" sz="1200">
              <a:solidFill>
                <a:srgbClr val="4A7A8F"/>
              </a:solidFill>
              <a:cs typeface="+mn-lt"/>
            </a:endParaRPr>
          </a:p>
        </p:txBody>
      </p:sp>
      <p:sp>
        <p:nvSpPr>
          <p:cNvPr id="40" name="任意多边形 39"/>
          <p:cNvSpPr/>
          <p:nvPr>
            <p:custDataLst>
              <p:tags r:id="rId33"/>
            </p:custDataLst>
          </p:nvPr>
        </p:nvSpPr>
        <p:spPr>
          <a:xfrm>
            <a:off x="2009140" y="5957570"/>
            <a:ext cx="1562735" cy="238125"/>
          </a:xfrm>
          <a:custGeom>
            <a:avLst/>
            <a:gdLst>
              <a:gd name="sw" fmla="*/ 1 w 2460"/>
              <a:gd name="sh" fmla="*/ 1 h 375"/>
              <a:gd name="mins" fmla="min sw sh"/>
              <a:gd name="dsw" fmla="+- 0 sw mins"/>
              <a:gd name="dsh" fmla="+- 0 sh mins"/>
              <a:gd name="p0x0" fmla="*/ 187 w 2460"/>
              <a:gd name="p0y0" fmla="*/ 0 h 375"/>
              <a:gd name="p0x1" fmla="*/ 2273 w 2460"/>
              <a:gd name="p0y1" fmla="*/ 0 h 375"/>
              <a:gd name="p0x2" fmla="*/ 2376 w 2460"/>
              <a:gd name="p0y2" fmla="*/ 0 h 375"/>
              <a:gd name="p0x3" fmla="*/ 2460 w 2460"/>
              <a:gd name="p0y3" fmla="*/ 83 h 375"/>
              <a:gd name="p0x4" fmla="*/ 2460 w 2460"/>
              <a:gd name="p0y4" fmla="*/ 187 h 375"/>
              <a:gd name="p0x5" fmla="*/ 2460 w 2460"/>
              <a:gd name="p0y5" fmla="*/ 291 h 375"/>
              <a:gd name="p0x6" fmla="*/ 2376 w 2460"/>
              <a:gd name="p0y6" fmla="*/ 375 h 375"/>
              <a:gd name="p0x7" fmla="*/ 2273 w 2460"/>
              <a:gd name="p0y7" fmla="*/ 375 h 375"/>
              <a:gd name="p0x8" fmla="*/ 187 w 2460"/>
              <a:gd name="p0y8" fmla="*/ 375 h 375"/>
              <a:gd name="p0x9" fmla="*/ 83 w 2460"/>
              <a:gd name="p0y9" fmla="*/ 375 h 375"/>
              <a:gd name="p0x10" fmla="*/ 0 w 2460"/>
              <a:gd name="p0y10" fmla="*/ 291 h 375"/>
              <a:gd name="p0x11" fmla="*/ 0 w 2460"/>
              <a:gd name="p0y11" fmla="*/ 187 h 375"/>
              <a:gd name="p0x12" fmla="*/ 0 w 2460"/>
              <a:gd name="p0y12" fmla="*/ 83 h 375"/>
              <a:gd name="p0x13" fmla="*/ 83 w 2460"/>
              <a:gd name="p0y13" fmla="*/ 0 h 375"/>
              <a:gd name="p0x14" fmla="*/ 187 w 246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4"/>
            </p:custDataLst>
          </p:nvPr>
        </p:nvSpPr>
        <p:spPr>
          <a:xfrm>
            <a:off x="2128619" y="5992178"/>
            <a:ext cx="1476823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en-US" altLang="en-US" sz="1200">
                <a:solidFill>
                  <a:srgbClr val="4A7A8F"/>
                </a:solidFill>
                <a:cs typeface="+mn-lt"/>
              </a:rPr>
              <a:t>ESD</a:t>
            </a:r>
            <a:r>
              <a:rPr lang="zh-CN" altLang="en-US" sz="1200">
                <a:solidFill>
                  <a:srgbClr val="4A7A8F"/>
                </a:solidFill>
                <a:cs typeface="+mn-lt"/>
              </a:rPr>
              <a:t>防护</a:t>
            </a:r>
            <a:r>
              <a:rPr lang="en-US" altLang="zh-CN" sz="1200">
                <a:solidFill>
                  <a:srgbClr val="4A7A8F"/>
                </a:solidFill>
                <a:cs typeface="+mn-lt"/>
              </a:rPr>
              <a:t>+</a:t>
            </a:r>
            <a:r>
              <a:rPr lang="zh-CN" altLang="en-US" sz="1200">
                <a:solidFill>
                  <a:srgbClr val="4A7A8F"/>
                </a:solidFill>
                <a:cs typeface="+mn-lt"/>
              </a:rPr>
              <a:t>滤波电容</a:t>
            </a:r>
            <a:endParaRPr lang="zh-CN" altLang="en-US" sz="1200">
              <a:solidFill>
                <a:srgbClr val="4A7A8F"/>
              </a:solidFill>
              <a:cs typeface="+mn-lt"/>
            </a:endParaRPr>
          </a:p>
        </p:txBody>
      </p:sp>
      <p:sp>
        <p:nvSpPr>
          <p:cNvPr id="42" name="任意多边形 41"/>
          <p:cNvSpPr/>
          <p:nvPr>
            <p:custDataLst>
              <p:tags r:id="rId35"/>
            </p:custDataLst>
          </p:nvPr>
        </p:nvSpPr>
        <p:spPr>
          <a:xfrm>
            <a:off x="3657600" y="5957570"/>
            <a:ext cx="1133475" cy="238125"/>
          </a:xfrm>
          <a:custGeom>
            <a:avLst/>
            <a:gdLst>
              <a:gd name="sw" fmla="*/ 1 w 1784"/>
              <a:gd name="sh" fmla="*/ 1 h 375"/>
              <a:gd name="mins" fmla="min sw sh"/>
              <a:gd name="dsw" fmla="+- 0 sw mins"/>
              <a:gd name="dsh" fmla="+- 0 sh mins"/>
              <a:gd name="p0x0" fmla="*/ 187 w 1784"/>
              <a:gd name="p0y0" fmla="*/ 0 h 375"/>
              <a:gd name="p0x1" fmla="*/ 1597 w 1784"/>
              <a:gd name="p0y1" fmla="*/ 0 h 375"/>
              <a:gd name="p0x2" fmla="*/ 1700 w 1784"/>
              <a:gd name="p0y2" fmla="*/ 0 h 375"/>
              <a:gd name="p0x3" fmla="*/ 1784 w 1784"/>
              <a:gd name="p0y3" fmla="*/ 83 h 375"/>
              <a:gd name="p0x4" fmla="*/ 1784 w 1784"/>
              <a:gd name="p0y4" fmla="*/ 187 h 375"/>
              <a:gd name="p0x5" fmla="*/ 1784 w 1784"/>
              <a:gd name="p0y5" fmla="*/ 291 h 375"/>
              <a:gd name="p0x6" fmla="*/ 1700 w 1784"/>
              <a:gd name="p0y6" fmla="*/ 375 h 375"/>
              <a:gd name="p0x7" fmla="*/ 1597 w 1784"/>
              <a:gd name="p0y7" fmla="*/ 375 h 375"/>
              <a:gd name="p0x8" fmla="*/ 187 w 1784"/>
              <a:gd name="p0y8" fmla="*/ 375 h 375"/>
              <a:gd name="p0x9" fmla="*/ 83 w 1784"/>
              <a:gd name="p0y9" fmla="*/ 375 h 375"/>
              <a:gd name="p0x10" fmla="*/ 0 w 1784"/>
              <a:gd name="p0y10" fmla="*/ 291 h 375"/>
              <a:gd name="p0x11" fmla="*/ 0 w 1784"/>
              <a:gd name="p0y11" fmla="*/ 187 h 375"/>
              <a:gd name="p0x12" fmla="*/ 0 w 1784"/>
              <a:gd name="p0y12" fmla="*/ 83 h 375"/>
              <a:gd name="p0x13" fmla="*/ 83 w 1784"/>
              <a:gd name="p0y13" fmla="*/ 0 h 375"/>
              <a:gd name="p0x14" fmla="*/ 187 w 1784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6"/>
            </p:custDataLst>
          </p:nvPr>
        </p:nvSpPr>
        <p:spPr>
          <a:xfrm>
            <a:off x="3776881" y="5992178"/>
            <a:ext cx="1047598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200">
                <a:solidFill>
                  <a:srgbClr val="4A7A8F"/>
                </a:solidFill>
                <a:cs typeface="+mn-lt"/>
              </a:rPr>
              <a:t>抑制</a:t>
            </a:r>
            <a:r>
              <a:rPr lang="en-US" altLang="zh-CN" sz="1200">
                <a:solidFill>
                  <a:srgbClr val="4A7A8F"/>
                </a:solidFill>
                <a:cs typeface="+mn-lt"/>
              </a:rPr>
              <a:t>EMI</a:t>
            </a:r>
            <a:r>
              <a:rPr lang="zh-CN" altLang="en-US" sz="1200">
                <a:solidFill>
                  <a:srgbClr val="4A7A8F"/>
                </a:solidFill>
                <a:cs typeface="+mn-lt"/>
              </a:rPr>
              <a:t>辐射</a:t>
            </a:r>
            <a:endParaRPr lang="zh-CN" altLang="en-US" sz="1200">
              <a:solidFill>
                <a:srgbClr val="4A7A8F"/>
              </a:solidFill>
              <a:cs typeface="+mn-lt"/>
            </a:endParaRPr>
          </a:p>
        </p:txBody>
      </p:sp>
      <p:sp>
        <p:nvSpPr>
          <p:cNvPr id="33" name="任意多边形 32"/>
          <p:cNvSpPr/>
          <p:nvPr>
            <p:custDataLst>
              <p:tags r:id="rId37"/>
            </p:custDataLst>
          </p:nvPr>
        </p:nvSpPr>
        <p:spPr>
          <a:xfrm>
            <a:off x="483439" y="4076700"/>
            <a:ext cx="5510123" cy="28575"/>
          </a:xfrm>
          <a:custGeom>
            <a:avLst/>
            <a:gdLst>
              <a:gd name="sw" fmla="*/ 1 w 8730"/>
              <a:gd name="sh" fmla="*/ 1 h 45"/>
              <a:gd name="mins" fmla="min sw sh"/>
              <a:gd name="dsw" fmla="+- 0 sw mins"/>
              <a:gd name="dsh" fmla="+- 0 sh mins"/>
              <a:gd name="p0x0" fmla="*/ 45 w 8730"/>
              <a:gd name="p0y0" fmla="*/ 0 h 45"/>
              <a:gd name="p0x1" fmla="*/ 8685 w 8730"/>
              <a:gd name="p0y1" fmla="*/ 0 h 45"/>
              <a:gd name="p0x2" fmla="*/ 8709 w 8730"/>
              <a:gd name="p0y2" fmla="*/ 0 h 45"/>
              <a:gd name="p0x3" fmla="*/ 8730 w 8730"/>
              <a:gd name="p0y3" fmla="*/ 20 h 45"/>
              <a:gd name="p0x4" fmla="*/ 8730 w 8730"/>
              <a:gd name="p0y4" fmla="*/ 45 h 45"/>
              <a:gd name="p0x5" fmla="*/ 0 w 8730"/>
              <a:gd name="p0y5" fmla="*/ 45 h 45"/>
              <a:gd name="p0x6" fmla="*/ 0 w 8730"/>
              <a:gd name="p0y6" fmla="*/ 20 h 45"/>
              <a:gd name="p0x7" fmla="*/ 20 w 8730"/>
              <a:gd name="p0y7" fmla="*/ 0 h 45"/>
              <a:gd name="p0x8" fmla="*/ 45 w 8730"/>
              <a:gd name="p0y8" fmla="*/ 0 h 45"/>
            </a:gdLst>
            <a:ahLst/>
            <a:cxnLst/>
            <a:pathLst>
              <a:path w="8677" h="45">
                <a:moveTo>
                  <a:pt x="94" y="0"/>
                </a:moveTo>
                <a:lnTo>
                  <a:pt x="8584" y="0"/>
                </a:lnTo>
                <a:cubicBezTo>
                  <a:pt x="8621" y="-3"/>
                  <a:pt x="8664" y="25"/>
                  <a:pt x="867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38"/>
            </p:custDataLst>
          </p:nvPr>
        </p:nvSpPr>
        <p:spPr>
          <a:xfrm>
            <a:off x="6176645" y="4071620"/>
            <a:ext cx="5553075" cy="2324100"/>
          </a:xfrm>
          <a:custGeom>
            <a:avLst/>
            <a:gdLst>
              <a:gd name="sw" fmla="*/ 1 w 8745"/>
              <a:gd name="sh" fmla="*/ 1 h 3660"/>
              <a:gd name="mins" fmla="min sw sh"/>
              <a:gd name="dsw" fmla="+- 0 sw mins"/>
              <a:gd name="dsh" fmla="+- 0 sh mins"/>
              <a:gd name="p0x0" fmla="*/ 120 w 8745"/>
              <a:gd name="p0y0" fmla="*/ 0 h 3660"/>
              <a:gd name="p0x1" fmla="*/ 8625 w 8745"/>
              <a:gd name="p0y1" fmla="*/ 0 h 3660"/>
              <a:gd name="p0x2" fmla="*/ 8691 w 8745"/>
              <a:gd name="p0y2" fmla="*/ 0 h 3660"/>
              <a:gd name="p0x3" fmla="*/ 8745 w 8745"/>
              <a:gd name="p0y3" fmla="*/ 53 h 3660"/>
              <a:gd name="p0x4" fmla="*/ 8745 w 8745"/>
              <a:gd name="p0y4" fmla="*/ 120 h 3660"/>
              <a:gd name="p0x5" fmla="*/ 8745 w 8745"/>
              <a:gd name="p0y5" fmla="*/ 3540 h 3660"/>
              <a:gd name="p0x6" fmla="*/ 8745 w 8745"/>
              <a:gd name="p0y6" fmla="*/ 3606 h 3660"/>
              <a:gd name="p0x7" fmla="*/ 8691 w 8745"/>
              <a:gd name="p0y7" fmla="*/ 3660 h 3660"/>
              <a:gd name="p0x8" fmla="*/ 8625 w 8745"/>
              <a:gd name="p0y8" fmla="*/ 3660 h 3660"/>
              <a:gd name="p0x9" fmla="*/ 120 w 8745"/>
              <a:gd name="p0y9" fmla="*/ 3660 h 3660"/>
              <a:gd name="p0x10" fmla="*/ 53 w 8745"/>
              <a:gd name="p0y10" fmla="*/ 3660 h 3660"/>
              <a:gd name="p0x11" fmla="*/ 0 w 8745"/>
              <a:gd name="p0y11" fmla="*/ 3606 h 3660"/>
              <a:gd name="p0x12" fmla="*/ 0 w 8745"/>
              <a:gd name="p0y12" fmla="*/ 3540 h 3660"/>
              <a:gd name="p0x13" fmla="*/ 0 w 8745"/>
              <a:gd name="p0y13" fmla="*/ 120 h 3660"/>
              <a:gd name="p0x14" fmla="*/ 0 w 8745"/>
              <a:gd name="p0y14" fmla="*/ 53 h 3660"/>
              <a:gd name="p0x15" fmla="*/ 53 w 8745"/>
              <a:gd name="p0y15" fmla="*/ 0 h 3660"/>
              <a:gd name="p0x16" fmla="*/ 120 w 8745"/>
              <a:gd name="p0y16" fmla="*/ 0 h 3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39"/>
            </p:custDataLst>
          </p:nvPr>
        </p:nvSpPr>
        <p:spPr>
          <a:xfrm>
            <a:off x="6372225" y="42767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40"/>
            </p:custDataLst>
          </p:nvPr>
        </p:nvSpPr>
        <p:spPr>
          <a:xfrm>
            <a:off x="6438900" y="4307681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2AA4D0"/>
                </a:solidFill>
                <a:cs typeface="+mn-lt"/>
              </a:rPr>
              <a:t>Ⅳ</a:t>
            </a:r>
            <a:endParaRPr sz="1650" b="1">
              <a:solidFill>
                <a:srgbClr val="2AA4D0"/>
              </a:solidFill>
              <a:cs typeface="+mn-lt"/>
            </a:endParaRPr>
          </a:p>
        </p:txBody>
      </p:sp>
      <p:sp>
        <p:nvSpPr>
          <p:cNvPr id="49" name="文本框 48"/>
          <p:cNvSpPr txBox="1"/>
          <p:nvPr>
            <p:custDataLst>
              <p:tags r:id="rId41"/>
            </p:custDataLst>
          </p:nvPr>
        </p:nvSpPr>
        <p:spPr>
          <a:xfrm>
            <a:off x="6829425" y="4251960"/>
            <a:ext cx="116130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1A5E7A"/>
                </a:solidFill>
                <a:cs typeface="+mn-lt"/>
              </a:rPr>
              <a:t>设计依据</a:t>
            </a:r>
            <a:endParaRPr b="1" spc="36">
              <a:solidFill>
                <a:srgbClr val="1A5E7A"/>
              </a:solidFill>
              <a:cs typeface="+mn-lt"/>
            </a:endParaRPr>
          </a:p>
        </p:txBody>
      </p:sp>
      <p:sp>
        <p:nvSpPr>
          <p:cNvPr id="50" name="文本框 49"/>
          <p:cNvSpPr txBox="1"/>
          <p:nvPr>
            <p:custDataLst>
              <p:tags r:id="rId42"/>
            </p:custDataLst>
          </p:nvPr>
        </p:nvSpPr>
        <p:spPr>
          <a:xfrm>
            <a:off x="6372225" y="4732020"/>
            <a:ext cx="5162550" cy="5372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en-US" sz="1350">
                <a:solidFill>
                  <a:srgbClr val="4A7A8F"/>
                </a:solidFill>
                <a:cs typeface="+mn-lt"/>
              </a:rPr>
              <a:t>4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层板叠层设计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+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完整地平面提供低阻抗回流路径，单点接地配合星形分布为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TI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应用笔记推荐的</a:t>
            </a:r>
            <a:r>
              <a:rPr sz="1350" b="1">
                <a:solidFill>
                  <a:srgbClr val="2AA4D0"/>
                </a:solidFill>
                <a:cs typeface="+mn-lt"/>
              </a:rPr>
              <a:t>最佳噪声抑制方案</a:t>
            </a:r>
            <a:r>
              <a:rPr sz="1350">
                <a:solidFill>
                  <a:srgbClr val="4A7A8F"/>
                </a:solidFill>
                <a:cs typeface="+mn-lt"/>
              </a:rPr>
              <a:t>。</a:t>
            </a:r>
            <a:endParaRPr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51" name="任意多边形 50"/>
          <p:cNvSpPr/>
          <p:nvPr>
            <p:custDataLst>
              <p:tags r:id="rId43"/>
            </p:custDataLst>
          </p:nvPr>
        </p:nvSpPr>
        <p:spPr>
          <a:xfrm>
            <a:off x="6372225" y="5601335"/>
            <a:ext cx="2524125" cy="599440"/>
          </a:xfrm>
          <a:custGeom>
            <a:avLst/>
            <a:gdLst>
              <a:gd name="sw" fmla="*/ 1 w 3975"/>
              <a:gd name="sh" fmla="*/ 1 h 943"/>
              <a:gd name="mins" fmla="min sw sh"/>
              <a:gd name="dsw" fmla="+- 0 sw mins"/>
              <a:gd name="dsh" fmla="+- 0 sh mins"/>
              <a:gd name="p0x0" fmla="*/ 120 w 3975"/>
              <a:gd name="p0y0" fmla="*/ 0 h 943"/>
              <a:gd name="p0x1" fmla="*/ 3855 w 3975"/>
              <a:gd name="p0y1" fmla="*/ 0 h 943"/>
              <a:gd name="p0x2" fmla="*/ 3921 w 3975"/>
              <a:gd name="p0y2" fmla="*/ 0 h 943"/>
              <a:gd name="p0x3" fmla="*/ 3975 w 3975"/>
              <a:gd name="p0y3" fmla="*/ 53 h 943"/>
              <a:gd name="p0x4" fmla="*/ 3975 w 3975"/>
              <a:gd name="p0y4" fmla="*/ 120 h 943"/>
              <a:gd name="p0x5" fmla="*/ 3975 w 3975"/>
              <a:gd name="p0y5" fmla="*/ 823 h 943"/>
              <a:gd name="p0x6" fmla="*/ 3975 w 3975"/>
              <a:gd name="p0y6" fmla="*/ 889 h 943"/>
              <a:gd name="p0x7" fmla="*/ 3921 w 3975"/>
              <a:gd name="p0y7" fmla="*/ 943 h 943"/>
              <a:gd name="p0x8" fmla="*/ 3855 w 3975"/>
              <a:gd name="p0y8" fmla="*/ 943 h 943"/>
              <a:gd name="p0x9" fmla="*/ 120 w 3975"/>
              <a:gd name="p0y9" fmla="*/ 943 h 943"/>
              <a:gd name="p0x10" fmla="*/ 53 w 3975"/>
              <a:gd name="p0y10" fmla="*/ 943 h 943"/>
              <a:gd name="p0x11" fmla="*/ 0 w 3975"/>
              <a:gd name="p0y11" fmla="*/ 889 h 943"/>
              <a:gd name="p0x12" fmla="*/ 0 w 3975"/>
              <a:gd name="p0y12" fmla="*/ 823 h 943"/>
              <a:gd name="p0x13" fmla="*/ 0 w 3975"/>
              <a:gd name="p0y13" fmla="*/ 120 h 943"/>
              <a:gd name="p0x14" fmla="*/ 0 w 3975"/>
              <a:gd name="p0y14" fmla="*/ 53 h 943"/>
              <a:gd name="p0x15" fmla="*/ 53 w 3975"/>
              <a:gd name="p0y15" fmla="*/ 0 h 943"/>
              <a:gd name="p0x16" fmla="*/ 120 w 3975"/>
              <a:gd name="p0y16" fmla="*/ 0 h 94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44"/>
            </p:custDataLst>
          </p:nvPr>
        </p:nvSpPr>
        <p:spPr>
          <a:xfrm>
            <a:off x="7254554" y="5658822"/>
            <a:ext cx="759466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2AA4D0"/>
                </a:solidFill>
                <a:cs typeface="+mn-lt"/>
              </a:rPr>
              <a:t>4</a:t>
            </a:r>
            <a:r>
              <a:rPr lang="zh-CN" sz="1650" b="1">
                <a:solidFill>
                  <a:srgbClr val="2AA4D0"/>
                </a:solidFill>
                <a:cs typeface="+mn-lt"/>
              </a:rPr>
              <a:t>层板</a:t>
            </a:r>
            <a:endParaRPr lang="zh-CN" sz="1650" b="1">
              <a:solidFill>
                <a:srgbClr val="2AA4D0"/>
              </a:solidFill>
              <a:cs typeface="+mn-lt"/>
            </a:endParaRPr>
          </a:p>
        </p:txBody>
      </p:sp>
      <p:sp>
        <p:nvSpPr>
          <p:cNvPr id="53" name="文本框 52"/>
          <p:cNvSpPr txBox="1"/>
          <p:nvPr>
            <p:custDataLst>
              <p:tags r:id="rId45"/>
            </p:custDataLst>
          </p:nvPr>
        </p:nvSpPr>
        <p:spPr>
          <a:xfrm>
            <a:off x="6925866" y="5948363"/>
            <a:ext cx="141676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>
                <a:solidFill>
                  <a:srgbClr val="4A7A8F"/>
                </a:solidFill>
                <a:cs typeface="+mn-lt"/>
              </a:rPr>
              <a:t>叠层设计</a:t>
            </a:r>
            <a:r>
              <a:rPr lang="en-US" altLang="zh-CN" sz="1050">
                <a:solidFill>
                  <a:srgbClr val="4A7A8F"/>
                </a:solidFill>
                <a:cs typeface="+mn-lt"/>
              </a:rPr>
              <a:t>+</a:t>
            </a:r>
            <a:r>
              <a:rPr lang="zh-CN" altLang="en-US" sz="1050">
                <a:solidFill>
                  <a:srgbClr val="4A7A8F"/>
                </a:solidFill>
                <a:cs typeface="+mn-lt"/>
              </a:rPr>
              <a:t>完整地平面</a:t>
            </a:r>
            <a:endParaRPr lang="zh-CN" altLang="en-US" sz="1050">
              <a:solidFill>
                <a:srgbClr val="4A7A8F"/>
              </a:solidFill>
              <a:cs typeface="+mn-lt"/>
            </a:endParaRPr>
          </a:p>
        </p:txBody>
      </p:sp>
      <p:sp>
        <p:nvSpPr>
          <p:cNvPr id="54" name="任意多边形 53"/>
          <p:cNvSpPr/>
          <p:nvPr>
            <p:custDataLst>
              <p:tags r:id="rId46"/>
            </p:custDataLst>
          </p:nvPr>
        </p:nvSpPr>
        <p:spPr>
          <a:xfrm>
            <a:off x="9010650" y="5601335"/>
            <a:ext cx="2524125" cy="599440"/>
          </a:xfrm>
          <a:custGeom>
            <a:avLst/>
            <a:gdLst>
              <a:gd name="sw" fmla="*/ 1 w 3975"/>
              <a:gd name="sh" fmla="*/ 1 h 943"/>
              <a:gd name="mins" fmla="min sw sh"/>
              <a:gd name="dsw" fmla="+- 0 sw mins"/>
              <a:gd name="dsh" fmla="+- 0 sh mins"/>
              <a:gd name="p0x0" fmla="*/ 120 w 3975"/>
              <a:gd name="p0y0" fmla="*/ 0 h 943"/>
              <a:gd name="p0x1" fmla="*/ 3855 w 3975"/>
              <a:gd name="p0y1" fmla="*/ 0 h 943"/>
              <a:gd name="p0x2" fmla="*/ 3921 w 3975"/>
              <a:gd name="p0y2" fmla="*/ 0 h 943"/>
              <a:gd name="p0x3" fmla="*/ 3975 w 3975"/>
              <a:gd name="p0y3" fmla="*/ 53 h 943"/>
              <a:gd name="p0x4" fmla="*/ 3975 w 3975"/>
              <a:gd name="p0y4" fmla="*/ 120 h 943"/>
              <a:gd name="p0x5" fmla="*/ 3975 w 3975"/>
              <a:gd name="p0y5" fmla="*/ 823 h 943"/>
              <a:gd name="p0x6" fmla="*/ 3975 w 3975"/>
              <a:gd name="p0y6" fmla="*/ 889 h 943"/>
              <a:gd name="p0x7" fmla="*/ 3921 w 3975"/>
              <a:gd name="p0y7" fmla="*/ 943 h 943"/>
              <a:gd name="p0x8" fmla="*/ 3855 w 3975"/>
              <a:gd name="p0y8" fmla="*/ 943 h 943"/>
              <a:gd name="p0x9" fmla="*/ 120 w 3975"/>
              <a:gd name="p0y9" fmla="*/ 943 h 943"/>
              <a:gd name="p0x10" fmla="*/ 53 w 3975"/>
              <a:gd name="p0y10" fmla="*/ 943 h 943"/>
              <a:gd name="p0x11" fmla="*/ 0 w 3975"/>
              <a:gd name="p0y11" fmla="*/ 889 h 943"/>
              <a:gd name="p0x12" fmla="*/ 0 w 3975"/>
              <a:gd name="p0y12" fmla="*/ 823 h 943"/>
              <a:gd name="p0x13" fmla="*/ 0 w 3975"/>
              <a:gd name="p0y13" fmla="*/ 120 h 943"/>
              <a:gd name="p0x14" fmla="*/ 0 w 3975"/>
              <a:gd name="p0y14" fmla="*/ 53 h 943"/>
              <a:gd name="p0x15" fmla="*/ 53 w 3975"/>
              <a:gd name="p0y15" fmla="*/ 0 h 943"/>
              <a:gd name="p0x16" fmla="*/ 120 w 3975"/>
              <a:gd name="p0y16" fmla="*/ 0 h 94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47"/>
            </p:custDataLst>
          </p:nvPr>
        </p:nvSpPr>
        <p:spPr>
          <a:xfrm>
            <a:off x="9748838" y="5658822"/>
            <a:ext cx="1047750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2AA4D0"/>
                </a:solidFill>
                <a:cs typeface="+mn-lt"/>
              </a:rPr>
              <a:t>单点接地</a:t>
            </a:r>
            <a:endParaRPr sz="1650" b="1">
              <a:solidFill>
                <a:srgbClr val="2AA4D0"/>
              </a:solidFill>
              <a:cs typeface="+mn-lt"/>
            </a:endParaRPr>
          </a:p>
        </p:txBody>
      </p:sp>
      <p:sp>
        <p:nvSpPr>
          <p:cNvPr id="56" name="文本框 55"/>
          <p:cNvSpPr txBox="1"/>
          <p:nvPr>
            <p:custDataLst>
              <p:tags r:id="rId48"/>
            </p:custDataLst>
          </p:nvPr>
        </p:nvSpPr>
        <p:spPr>
          <a:xfrm>
            <a:off x="9483852" y="5948363"/>
            <a:ext cx="157773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>
                <a:solidFill>
                  <a:srgbClr val="4A7A8F"/>
                </a:solidFill>
                <a:cs typeface="+mn-lt"/>
              </a:rPr>
              <a:t>配合星形分布（</a:t>
            </a:r>
            <a:r>
              <a:rPr lang="en-US" altLang="zh-CN" sz="1050">
                <a:solidFill>
                  <a:srgbClr val="4A7A8F"/>
                </a:solidFill>
                <a:cs typeface="+mn-lt"/>
              </a:rPr>
              <a:t>TI</a:t>
            </a:r>
            <a:r>
              <a:rPr lang="zh-CN" altLang="en-US" sz="1050">
                <a:solidFill>
                  <a:srgbClr val="4A7A8F"/>
                </a:solidFill>
                <a:cs typeface="+mn-lt"/>
              </a:rPr>
              <a:t>推荐）</a:t>
            </a:r>
            <a:endParaRPr lang="zh-CN" altLang="en-US" sz="1050">
              <a:solidFill>
                <a:srgbClr val="4A7A8F"/>
              </a:solidFill>
              <a:cs typeface="+mn-lt"/>
            </a:endParaRPr>
          </a:p>
        </p:txBody>
      </p:sp>
      <p:sp>
        <p:nvSpPr>
          <p:cNvPr id="46" name="任意多边形 45"/>
          <p:cNvSpPr/>
          <p:nvPr>
            <p:custDataLst>
              <p:tags r:id="rId49"/>
            </p:custDataLst>
          </p:nvPr>
        </p:nvSpPr>
        <p:spPr>
          <a:xfrm>
            <a:off x="6198439" y="4076700"/>
            <a:ext cx="5510123" cy="28575"/>
          </a:xfrm>
          <a:custGeom>
            <a:avLst/>
            <a:gdLst>
              <a:gd name="sw" fmla="*/ 1 w 8730"/>
              <a:gd name="sh" fmla="*/ 1 h 45"/>
              <a:gd name="mins" fmla="min sw sh"/>
              <a:gd name="dsw" fmla="+- 0 sw mins"/>
              <a:gd name="dsh" fmla="+- 0 sh mins"/>
              <a:gd name="p0x0" fmla="*/ 45 w 8730"/>
              <a:gd name="p0y0" fmla="*/ 0 h 45"/>
              <a:gd name="p0x1" fmla="*/ 8685 w 8730"/>
              <a:gd name="p0y1" fmla="*/ 0 h 45"/>
              <a:gd name="p0x2" fmla="*/ 8709 w 8730"/>
              <a:gd name="p0y2" fmla="*/ 0 h 45"/>
              <a:gd name="p0x3" fmla="*/ 8730 w 8730"/>
              <a:gd name="p0y3" fmla="*/ 20 h 45"/>
              <a:gd name="p0x4" fmla="*/ 8730 w 8730"/>
              <a:gd name="p0y4" fmla="*/ 45 h 45"/>
              <a:gd name="p0x5" fmla="*/ 0 w 8730"/>
              <a:gd name="p0y5" fmla="*/ 45 h 45"/>
              <a:gd name="p0x6" fmla="*/ 0 w 8730"/>
              <a:gd name="p0y6" fmla="*/ 20 h 45"/>
              <a:gd name="p0x7" fmla="*/ 20 w 8730"/>
              <a:gd name="p0y7" fmla="*/ 0 h 45"/>
              <a:gd name="p0x8" fmla="*/ 45 w 8730"/>
              <a:gd name="p0y8" fmla="*/ 0 h 45"/>
            </a:gdLst>
            <a:ahLst/>
            <a:cxnLst/>
            <a:pathLst>
              <a:path w="8677" h="45">
                <a:moveTo>
                  <a:pt x="94" y="0"/>
                </a:moveTo>
                <a:lnTo>
                  <a:pt x="8584" y="0"/>
                </a:lnTo>
                <a:cubicBezTo>
                  <a:pt x="8621" y="-3"/>
                  <a:pt x="8664" y="25"/>
                  <a:pt x="867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>
            <p:custDataLst>
              <p:tags r:id="rId50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51"/>
            </p:custDataLst>
          </p:nvPr>
        </p:nvSpPr>
        <p:spPr>
          <a:xfrm>
            <a:off x="609600" y="433388"/>
            <a:ext cx="5334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A5E7A"/>
                </a:solidFill>
                <a:cs typeface="+mn-lt"/>
              </a:rPr>
              <a:t>差分信号与电源路径布线收尾</a:t>
            </a:r>
            <a:endParaRPr sz="3000" b="1">
              <a:solidFill>
                <a:srgbClr val="1A5E7A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640681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666750" y="4350385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460909"/>
            <a:ext cx="5506345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42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设计验证与</a:t>
            </a:r>
            <a:r>
              <a:rPr lang="en-US" altLang="zh-CN" sz="42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DFM</a:t>
            </a:r>
            <a:r>
              <a:rPr lang="zh-CN" altLang="en-US" sz="42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优化</a:t>
            </a:r>
            <a:endParaRPr lang="zh-CN" altLang="en-US" sz="4200" b="1">
              <a:solidFill>
                <a:srgbClr val="1A5E7A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4593431"/>
            <a:ext cx="378715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零错误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DRC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，信号与电源完整性全面验证</a:t>
            </a:r>
            <a:endParaRPr lang="zh-CN" altLang="en-US" sz="1500" spc="30">
              <a:solidFill>
                <a:srgbClr val="4A7A8F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7A8F"/>
                </a:solidFill>
                <a:cs typeface="+mn-lt"/>
              </a:rPr>
              <a:t>从仿真到可制造性检查，确保设计一次成功</a:t>
            </a:r>
            <a:endParaRPr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 rot="2700000">
            <a:off x="666115" y="1704975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819910" y="172402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666750" y="2050256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2AA4D0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04</a:t>
            </a:r>
            <a:endParaRPr sz="9000" b="1">
              <a:solidFill>
                <a:srgbClr val="2AA4D0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433388"/>
            <a:ext cx="5001444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1A5E7A"/>
                </a:solidFill>
                <a:cs typeface="+mn-lt"/>
              </a:rPr>
              <a:t>DRC</a:t>
            </a:r>
            <a:r>
              <a:rPr lang="zh-CN" sz="3000" b="1">
                <a:solidFill>
                  <a:srgbClr val="1A5E7A"/>
                </a:solidFill>
                <a:cs typeface="+mn-lt"/>
              </a:rPr>
              <a:t>检查与信号完整性分析</a:t>
            </a:r>
            <a:endParaRPr lang="zh-CN" sz="30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57200" y="995363"/>
            <a:ext cx="112776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以零错误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DRC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与反射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/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串扰仿真验证设计闭环，确保高速传输质量达标</a:t>
            </a:r>
            <a:endParaRPr lang="zh-CN" altLang="en-US"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461645" y="1547495"/>
            <a:ext cx="5534025" cy="1310640"/>
          </a:xfrm>
          <a:custGeom>
            <a:avLst/>
            <a:gdLst>
              <a:gd name="sw" fmla="*/ 1 w 8715"/>
              <a:gd name="sh" fmla="*/ 1 h 2063"/>
              <a:gd name="mins" fmla="min sw sh"/>
              <a:gd name="dsw" fmla="+- 0 sw mins"/>
              <a:gd name="dsh" fmla="+- 0 sh mins"/>
              <a:gd name="p0x0" fmla="*/ 240 w 8715"/>
              <a:gd name="p0y0" fmla="*/ 0 h 2063"/>
              <a:gd name="p0x1" fmla="*/ 8475 w 8715"/>
              <a:gd name="p0y1" fmla="*/ 0 h 2063"/>
              <a:gd name="p0x2" fmla="*/ 8607 w 8715"/>
              <a:gd name="p0y2" fmla="*/ 0 h 2063"/>
              <a:gd name="p0x3" fmla="*/ 8715 w 8715"/>
              <a:gd name="p0y3" fmla="*/ 107 h 2063"/>
              <a:gd name="p0x4" fmla="*/ 8715 w 8715"/>
              <a:gd name="p0y4" fmla="*/ 240 h 2063"/>
              <a:gd name="p0x5" fmla="*/ 8715 w 8715"/>
              <a:gd name="p0y5" fmla="*/ 1823 h 2063"/>
              <a:gd name="p0x6" fmla="*/ 8715 w 8715"/>
              <a:gd name="p0y6" fmla="*/ 1956 h 2063"/>
              <a:gd name="p0x7" fmla="*/ 8607 w 8715"/>
              <a:gd name="p0y7" fmla="*/ 2063 h 2063"/>
              <a:gd name="p0x8" fmla="*/ 8475 w 8715"/>
              <a:gd name="p0y8" fmla="*/ 2063 h 2063"/>
              <a:gd name="p0x9" fmla="*/ 240 w 8715"/>
              <a:gd name="p0y9" fmla="*/ 2063 h 2063"/>
              <a:gd name="p0x10" fmla="*/ 107 w 8715"/>
              <a:gd name="p0y10" fmla="*/ 2063 h 2063"/>
              <a:gd name="p0x11" fmla="*/ 0 w 8715"/>
              <a:gd name="p0y11" fmla="*/ 1956 h 2063"/>
              <a:gd name="p0x12" fmla="*/ 0 w 8715"/>
              <a:gd name="p0y12" fmla="*/ 1823 h 2063"/>
              <a:gd name="p0x13" fmla="*/ 0 w 8715"/>
              <a:gd name="p0y13" fmla="*/ 240 h 2063"/>
              <a:gd name="p0x14" fmla="*/ 0 w 8715"/>
              <a:gd name="p0y14" fmla="*/ 107 h 2063"/>
              <a:gd name="p0x15" fmla="*/ 107 w 8715"/>
              <a:gd name="p0y15" fmla="*/ 0 h 2063"/>
              <a:gd name="p0x16" fmla="*/ 240 w 8715"/>
              <a:gd name="p0y16" fmla="*/ 0 h 206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695325" y="195516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390 w 780"/>
              <a:gd name="p0y0" fmla="*/ 0 h 780"/>
              <a:gd name="p0x1" fmla="*/ 605 w 780"/>
              <a:gd name="p0y1" fmla="*/ 0 h 780"/>
              <a:gd name="p0x2" fmla="*/ 780 w 780"/>
              <a:gd name="p0y2" fmla="*/ 174 h 780"/>
              <a:gd name="p0x3" fmla="*/ 780 w 780"/>
              <a:gd name="p0y3" fmla="*/ 390 h 780"/>
              <a:gd name="p0x4" fmla="*/ 780 w 780"/>
              <a:gd name="p0y4" fmla="*/ 605 h 780"/>
              <a:gd name="p0x5" fmla="*/ 605 w 780"/>
              <a:gd name="p0y5" fmla="*/ 780 h 780"/>
              <a:gd name="p0x6" fmla="*/ 390 w 780"/>
              <a:gd name="p0y6" fmla="*/ 780 h 780"/>
              <a:gd name="p0x7" fmla="*/ 174 w 780"/>
              <a:gd name="p0y7" fmla="*/ 780 h 780"/>
              <a:gd name="p0x8" fmla="*/ 0 w 780"/>
              <a:gd name="p0y8" fmla="*/ 605 h 780"/>
              <a:gd name="p0x9" fmla="*/ 0 w 780"/>
              <a:gd name="p0y9" fmla="*/ 390 h 780"/>
              <a:gd name="p0x10" fmla="*/ 0 w 780"/>
              <a:gd name="p0y10" fmla="*/ 174 h 780"/>
              <a:gd name="p0x11" fmla="*/ 174 w 780"/>
              <a:gd name="p0y11" fmla="*/ 0 h 780"/>
              <a:gd name="p0x12" fmla="*/ 390 w 780"/>
              <a:gd name="p0y12" fmla="*/ 0 h 7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0" algn="ctr" rotWithShape="0">
              <a:schemeClr val="accent1">
                <a:alpha val="25098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0575" y="2050415"/>
            <a:ext cx="304800" cy="304800"/>
          </a:xfrm>
          <a:prstGeom prst="rect">
            <a:avLst/>
          </a:prstGeom>
          <a:noFill/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381125" y="1726883"/>
            <a:ext cx="243869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D4A63"/>
                </a:solidFill>
                <a:cs typeface="+mn-lt"/>
              </a:rPr>
              <a:t>零错误</a:t>
            </a:r>
            <a:r>
              <a:rPr lang="en-US" altLang="zh-CN" sz="2100" b="1">
                <a:solidFill>
                  <a:srgbClr val="0D4A63"/>
                </a:solidFill>
                <a:cs typeface="+mn-lt"/>
              </a:rPr>
              <a:t>DRC</a:t>
            </a:r>
            <a:endParaRPr lang="en-US" altLang="zh-CN" sz="21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381125" y="2099310"/>
            <a:ext cx="243869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1A5E7A"/>
                </a:solidFill>
                <a:cs typeface="+mn-lt"/>
              </a:rPr>
              <a:t>线宽、线距、孔径、焊盘全参数逐条整改</a:t>
            </a:r>
            <a:endParaRPr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4010025" y="1964690"/>
            <a:ext cx="1752600" cy="476250"/>
          </a:xfrm>
          <a:custGeom>
            <a:avLst/>
            <a:gdLst>
              <a:gd name="sw" fmla="*/ 1 w 2759"/>
              <a:gd name="sh" fmla="*/ 1 h 750"/>
              <a:gd name="mins" fmla="min sw sh"/>
              <a:gd name="dsw" fmla="+- 0 sw mins"/>
              <a:gd name="dsh" fmla="+- 0 sh mins"/>
              <a:gd name="p0x0" fmla="*/ 375 w 2759"/>
              <a:gd name="p0y0" fmla="*/ 0 h 750"/>
              <a:gd name="p0x1" fmla="*/ 2384 w 2759"/>
              <a:gd name="p0y1" fmla="*/ 0 h 750"/>
              <a:gd name="p0x2" fmla="*/ 2591 w 2759"/>
              <a:gd name="p0y2" fmla="*/ 0 h 750"/>
              <a:gd name="p0x3" fmla="*/ 2759 w 2759"/>
              <a:gd name="p0y3" fmla="*/ 167 h 750"/>
              <a:gd name="p0x4" fmla="*/ 2759 w 2759"/>
              <a:gd name="p0y4" fmla="*/ 375 h 750"/>
              <a:gd name="p0x5" fmla="*/ 2759 w 2759"/>
              <a:gd name="p0y5" fmla="*/ 582 h 750"/>
              <a:gd name="p0x6" fmla="*/ 2591 w 2759"/>
              <a:gd name="p0y6" fmla="*/ 750 h 750"/>
              <a:gd name="p0x7" fmla="*/ 2384 w 2759"/>
              <a:gd name="p0y7" fmla="*/ 750 h 750"/>
              <a:gd name="p0x8" fmla="*/ 375 w 2759"/>
              <a:gd name="p0y8" fmla="*/ 750 h 750"/>
              <a:gd name="p0x9" fmla="*/ 167 w 2759"/>
              <a:gd name="p0y9" fmla="*/ 750 h 750"/>
              <a:gd name="p0x10" fmla="*/ 0 w 2759"/>
              <a:gd name="p0y10" fmla="*/ 582 h 750"/>
              <a:gd name="p0x11" fmla="*/ 0 w 2759"/>
              <a:gd name="p0y11" fmla="*/ 375 h 750"/>
              <a:gd name="p0x12" fmla="*/ 0 w 2759"/>
              <a:gd name="p0y12" fmla="*/ 167 h 750"/>
              <a:gd name="p0x13" fmla="*/ 167 w 2759"/>
              <a:gd name="p0y13" fmla="*/ 0 h 750"/>
              <a:gd name="p0x14" fmla="*/ 375 w 2759"/>
              <a:gd name="p0y14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4200820" y="2041179"/>
            <a:ext cx="1618955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950" b="1" spc="117">
                <a:solidFill>
                  <a:srgbClr val="FFFFFF"/>
                </a:solidFill>
                <a:cs typeface="+mn-lt"/>
              </a:rPr>
              <a:t>100% </a:t>
            </a:r>
            <a:r>
              <a:rPr lang="zh-CN" sz="1950" b="1" spc="117">
                <a:solidFill>
                  <a:srgbClr val="FFFFFF"/>
                </a:solidFill>
                <a:cs typeface="+mn-lt"/>
              </a:rPr>
              <a:t>合规</a:t>
            </a:r>
            <a:endParaRPr lang="zh-CN" sz="1950" b="1" spc="117">
              <a:solidFill>
                <a:srgbClr val="FFFFFF"/>
              </a:solidFill>
              <a:cs typeface="+mn-lt"/>
            </a:endParaRPr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6195695" y="1547495"/>
            <a:ext cx="5534025" cy="1310640"/>
          </a:xfrm>
          <a:custGeom>
            <a:avLst/>
            <a:gdLst>
              <a:gd name="sw" fmla="*/ 1 w 8715"/>
              <a:gd name="sh" fmla="*/ 1 h 2063"/>
              <a:gd name="mins" fmla="min sw sh"/>
              <a:gd name="dsw" fmla="+- 0 sw mins"/>
              <a:gd name="dsh" fmla="+- 0 sh mins"/>
              <a:gd name="p0x0" fmla="*/ 240 w 8715"/>
              <a:gd name="p0y0" fmla="*/ 0 h 2063"/>
              <a:gd name="p0x1" fmla="*/ 8475 w 8715"/>
              <a:gd name="p0y1" fmla="*/ 0 h 2063"/>
              <a:gd name="p0x2" fmla="*/ 8607 w 8715"/>
              <a:gd name="p0y2" fmla="*/ 0 h 2063"/>
              <a:gd name="p0x3" fmla="*/ 8715 w 8715"/>
              <a:gd name="p0y3" fmla="*/ 107 h 2063"/>
              <a:gd name="p0x4" fmla="*/ 8715 w 8715"/>
              <a:gd name="p0y4" fmla="*/ 240 h 2063"/>
              <a:gd name="p0x5" fmla="*/ 8715 w 8715"/>
              <a:gd name="p0y5" fmla="*/ 1823 h 2063"/>
              <a:gd name="p0x6" fmla="*/ 8715 w 8715"/>
              <a:gd name="p0y6" fmla="*/ 1956 h 2063"/>
              <a:gd name="p0x7" fmla="*/ 8607 w 8715"/>
              <a:gd name="p0y7" fmla="*/ 2063 h 2063"/>
              <a:gd name="p0x8" fmla="*/ 8475 w 8715"/>
              <a:gd name="p0y8" fmla="*/ 2063 h 2063"/>
              <a:gd name="p0x9" fmla="*/ 240 w 8715"/>
              <a:gd name="p0y9" fmla="*/ 2063 h 2063"/>
              <a:gd name="p0x10" fmla="*/ 107 w 8715"/>
              <a:gd name="p0y10" fmla="*/ 2063 h 2063"/>
              <a:gd name="p0x11" fmla="*/ 0 w 8715"/>
              <a:gd name="p0y11" fmla="*/ 1956 h 2063"/>
              <a:gd name="p0x12" fmla="*/ 0 w 8715"/>
              <a:gd name="p0y12" fmla="*/ 1823 h 2063"/>
              <a:gd name="p0x13" fmla="*/ 0 w 8715"/>
              <a:gd name="p0y13" fmla="*/ 240 h 2063"/>
              <a:gd name="p0x14" fmla="*/ 0 w 8715"/>
              <a:gd name="p0y14" fmla="*/ 107 h 2063"/>
              <a:gd name="p0x15" fmla="*/ 107 w 8715"/>
              <a:gd name="p0y15" fmla="*/ 0 h 2063"/>
              <a:gd name="p0x16" fmla="*/ 240 w 8715"/>
              <a:gd name="p0y16" fmla="*/ 0 h 206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6429375" y="195516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390 w 780"/>
              <a:gd name="p0y0" fmla="*/ 0 h 780"/>
              <a:gd name="p0x1" fmla="*/ 605 w 780"/>
              <a:gd name="p0y1" fmla="*/ 0 h 780"/>
              <a:gd name="p0x2" fmla="*/ 780 w 780"/>
              <a:gd name="p0y2" fmla="*/ 174 h 780"/>
              <a:gd name="p0x3" fmla="*/ 780 w 780"/>
              <a:gd name="p0y3" fmla="*/ 390 h 780"/>
              <a:gd name="p0x4" fmla="*/ 780 w 780"/>
              <a:gd name="p0y4" fmla="*/ 605 h 780"/>
              <a:gd name="p0x5" fmla="*/ 605 w 780"/>
              <a:gd name="p0y5" fmla="*/ 780 h 780"/>
              <a:gd name="p0x6" fmla="*/ 390 w 780"/>
              <a:gd name="p0y6" fmla="*/ 780 h 780"/>
              <a:gd name="p0x7" fmla="*/ 174 w 780"/>
              <a:gd name="p0y7" fmla="*/ 780 h 780"/>
              <a:gd name="p0x8" fmla="*/ 0 w 780"/>
              <a:gd name="p0y8" fmla="*/ 605 h 780"/>
              <a:gd name="p0x9" fmla="*/ 0 w 780"/>
              <a:gd name="p0y9" fmla="*/ 390 h 780"/>
              <a:gd name="p0x10" fmla="*/ 0 w 780"/>
              <a:gd name="p0y10" fmla="*/ 174 h 780"/>
              <a:gd name="p0x11" fmla="*/ 174 w 780"/>
              <a:gd name="p0y11" fmla="*/ 0 h 780"/>
              <a:gd name="p0x12" fmla="*/ 390 w 780"/>
              <a:gd name="p0y12" fmla="*/ 0 h 7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0" algn="ctr" rotWithShape="0">
              <a:schemeClr val="accent1">
                <a:alpha val="25098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24625" y="2050415"/>
            <a:ext cx="304800" cy="304800"/>
          </a:xfrm>
          <a:prstGeom prst="rect">
            <a:avLst/>
          </a:prstGeom>
          <a:noFill/>
        </p:spPr>
      </p:pic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7115175" y="1726883"/>
            <a:ext cx="4381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D4A63"/>
                </a:solidFill>
                <a:cs typeface="+mn-lt"/>
              </a:rPr>
              <a:t>信号完整性验证</a:t>
            </a:r>
            <a:endParaRPr sz="21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7115175" y="2099310"/>
            <a:ext cx="43815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1A5E7A"/>
                </a:solidFill>
                <a:cs typeface="+mn-lt"/>
              </a:rPr>
              <a:t>蓝牙射频与晶振时钟信号反射</a:t>
            </a:r>
            <a:r>
              <a:rPr lang="en-US" altLang="zh-CN" sz="1350">
                <a:solidFill>
                  <a:srgbClr val="1A5E7A"/>
                </a:solidFill>
                <a:cs typeface="+mn-lt"/>
              </a:rPr>
              <a:t>/</a:t>
            </a:r>
            <a:r>
              <a:rPr lang="zh-CN" altLang="en-US" sz="1350">
                <a:solidFill>
                  <a:srgbClr val="1A5E7A"/>
                </a:solidFill>
                <a:cs typeface="+mn-lt"/>
              </a:rPr>
              <a:t>串扰仿真，高速传输质量达标</a:t>
            </a:r>
            <a:endParaRPr lang="zh-CN" altLang="en-US"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461645" y="3058160"/>
            <a:ext cx="5534025" cy="1568450"/>
          </a:xfrm>
          <a:custGeom>
            <a:avLst/>
            <a:gdLst>
              <a:gd name="sw" fmla="*/ 1 w 8715"/>
              <a:gd name="sh" fmla="*/ 1 h 2470"/>
              <a:gd name="mins" fmla="min sw sh"/>
              <a:gd name="dsw" fmla="+- 0 sw mins"/>
              <a:gd name="dsh" fmla="+- 0 sh mins"/>
              <a:gd name="p0x0" fmla="*/ 120 w 8715"/>
              <a:gd name="p0y0" fmla="*/ 0 h 2470"/>
              <a:gd name="p0x1" fmla="*/ 8595 w 8715"/>
              <a:gd name="p0y1" fmla="*/ 0 h 2470"/>
              <a:gd name="p0x2" fmla="*/ 8661 w 8715"/>
              <a:gd name="p0y2" fmla="*/ 0 h 2470"/>
              <a:gd name="p0x3" fmla="*/ 8715 w 8715"/>
              <a:gd name="p0y3" fmla="*/ 53 h 2470"/>
              <a:gd name="p0x4" fmla="*/ 8715 w 8715"/>
              <a:gd name="p0y4" fmla="*/ 120 h 2470"/>
              <a:gd name="p0x5" fmla="*/ 8715 w 8715"/>
              <a:gd name="p0y5" fmla="*/ 2350 h 2470"/>
              <a:gd name="p0x6" fmla="*/ 8715 w 8715"/>
              <a:gd name="p0y6" fmla="*/ 2416 h 2470"/>
              <a:gd name="p0x7" fmla="*/ 8661 w 8715"/>
              <a:gd name="p0y7" fmla="*/ 2470 h 2470"/>
              <a:gd name="p0x8" fmla="*/ 8595 w 8715"/>
              <a:gd name="p0y8" fmla="*/ 2470 h 2470"/>
              <a:gd name="p0x9" fmla="*/ 120 w 8715"/>
              <a:gd name="p0y9" fmla="*/ 2470 h 2470"/>
              <a:gd name="p0x10" fmla="*/ 53 w 8715"/>
              <a:gd name="p0y10" fmla="*/ 2470 h 2470"/>
              <a:gd name="p0x11" fmla="*/ 0 w 8715"/>
              <a:gd name="p0y11" fmla="*/ 2416 h 2470"/>
              <a:gd name="p0x12" fmla="*/ 0 w 8715"/>
              <a:gd name="p0y12" fmla="*/ 2350 h 2470"/>
              <a:gd name="p0x13" fmla="*/ 0 w 8715"/>
              <a:gd name="p0y13" fmla="*/ 120 h 2470"/>
              <a:gd name="p0x14" fmla="*/ 0 w 8715"/>
              <a:gd name="p0y14" fmla="*/ 53 h 2470"/>
              <a:gd name="p0x15" fmla="*/ 53 w 8715"/>
              <a:gd name="p0y15" fmla="*/ 0 h 2470"/>
              <a:gd name="p0x16" fmla="*/ 120 w 8715"/>
              <a:gd name="p0y16" fmla="*/ 0 h 24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1"/>
            </p:custDataLst>
          </p:nvPr>
        </p:nvSpPr>
        <p:spPr>
          <a:xfrm>
            <a:off x="661670" y="348551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733577" y="3552311"/>
            <a:ext cx="34260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01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1114425" y="3494208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A5E7A"/>
                </a:solidFill>
                <a:cs typeface="+mn-lt"/>
              </a:rPr>
              <a:t>反射分析</a:t>
            </a:r>
            <a:endParaRPr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657225" y="3885686"/>
            <a:ext cx="5524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优化走线宽度与参考层连续性，控制阻抗不连续点的信号回波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483450" y="3062619"/>
            <a:ext cx="5491051" cy="28561"/>
          </a:xfrm>
          <a:custGeom>
            <a:avLst/>
            <a:gdLst>
              <a:gd name="sw" fmla="*/ 1 w 8700"/>
              <a:gd name="sh" fmla="*/ 1 h 45"/>
              <a:gd name="mins" fmla="min sw sh"/>
              <a:gd name="dsw" fmla="+- 0 sw mins"/>
              <a:gd name="dsh" fmla="+- 0 sh mins"/>
              <a:gd name="p0x0" fmla="*/ 45 w 8700"/>
              <a:gd name="p0y0" fmla="*/ 0 h 45"/>
              <a:gd name="p0x1" fmla="*/ 8655 w 8700"/>
              <a:gd name="p0y1" fmla="*/ 0 h 45"/>
              <a:gd name="p0x2" fmla="*/ 8679 w 8700"/>
              <a:gd name="p0y2" fmla="*/ 0 h 45"/>
              <a:gd name="p0x3" fmla="*/ 8700 w 8700"/>
              <a:gd name="p0y3" fmla="*/ 20 h 45"/>
              <a:gd name="p0x4" fmla="*/ 8700 w 8700"/>
              <a:gd name="p0y4" fmla="*/ 45 h 45"/>
              <a:gd name="p0x5" fmla="*/ 0 w 8700"/>
              <a:gd name="p0y5" fmla="*/ 45 h 45"/>
              <a:gd name="p0x6" fmla="*/ 0 w 8700"/>
              <a:gd name="p0y6" fmla="*/ 20 h 45"/>
              <a:gd name="p0x7" fmla="*/ 20 w 8700"/>
              <a:gd name="p0y7" fmla="*/ 0 h 45"/>
              <a:gd name="p0x8" fmla="*/ 45 w 8700"/>
              <a:gd name="p0y8" fmla="*/ 0 h 45"/>
            </a:gdLst>
            <a:ahLst/>
            <a:cxnLst/>
            <a:pathLst>
              <a:path w="8647" h="45">
                <a:moveTo>
                  <a:pt x="8647" y="45"/>
                </a:move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lnTo>
                  <a:pt x="8554" y="0"/>
                </a:lnTo>
                <a:cubicBezTo>
                  <a:pt x="8591" y="-3"/>
                  <a:pt x="8634" y="25"/>
                  <a:pt x="8647" y="4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6"/>
            </p:custDataLst>
          </p:nvPr>
        </p:nvSpPr>
        <p:spPr>
          <a:xfrm>
            <a:off x="6195695" y="3058160"/>
            <a:ext cx="5534025" cy="1568450"/>
          </a:xfrm>
          <a:custGeom>
            <a:avLst/>
            <a:gdLst>
              <a:gd name="sw" fmla="*/ 1 w 8715"/>
              <a:gd name="sh" fmla="*/ 1 h 2470"/>
              <a:gd name="mins" fmla="min sw sh"/>
              <a:gd name="dsw" fmla="+- 0 sw mins"/>
              <a:gd name="dsh" fmla="+- 0 sh mins"/>
              <a:gd name="p0x0" fmla="*/ 120 w 8715"/>
              <a:gd name="p0y0" fmla="*/ 0 h 2470"/>
              <a:gd name="p0x1" fmla="*/ 8595 w 8715"/>
              <a:gd name="p0y1" fmla="*/ 0 h 2470"/>
              <a:gd name="p0x2" fmla="*/ 8661 w 8715"/>
              <a:gd name="p0y2" fmla="*/ 0 h 2470"/>
              <a:gd name="p0x3" fmla="*/ 8715 w 8715"/>
              <a:gd name="p0y3" fmla="*/ 53 h 2470"/>
              <a:gd name="p0x4" fmla="*/ 8715 w 8715"/>
              <a:gd name="p0y4" fmla="*/ 120 h 2470"/>
              <a:gd name="p0x5" fmla="*/ 8715 w 8715"/>
              <a:gd name="p0y5" fmla="*/ 2350 h 2470"/>
              <a:gd name="p0x6" fmla="*/ 8715 w 8715"/>
              <a:gd name="p0y6" fmla="*/ 2416 h 2470"/>
              <a:gd name="p0x7" fmla="*/ 8661 w 8715"/>
              <a:gd name="p0y7" fmla="*/ 2470 h 2470"/>
              <a:gd name="p0x8" fmla="*/ 8595 w 8715"/>
              <a:gd name="p0y8" fmla="*/ 2470 h 2470"/>
              <a:gd name="p0x9" fmla="*/ 120 w 8715"/>
              <a:gd name="p0y9" fmla="*/ 2470 h 2470"/>
              <a:gd name="p0x10" fmla="*/ 53 w 8715"/>
              <a:gd name="p0y10" fmla="*/ 2470 h 2470"/>
              <a:gd name="p0x11" fmla="*/ 0 w 8715"/>
              <a:gd name="p0y11" fmla="*/ 2416 h 2470"/>
              <a:gd name="p0x12" fmla="*/ 0 w 8715"/>
              <a:gd name="p0y12" fmla="*/ 2350 h 2470"/>
              <a:gd name="p0x13" fmla="*/ 0 w 8715"/>
              <a:gd name="p0y13" fmla="*/ 120 h 2470"/>
              <a:gd name="p0x14" fmla="*/ 0 w 8715"/>
              <a:gd name="p0y14" fmla="*/ 53 h 2470"/>
              <a:gd name="p0x15" fmla="*/ 53 w 8715"/>
              <a:gd name="p0y15" fmla="*/ 0 h 2470"/>
              <a:gd name="p0x16" fmla="*/ 120 w 8715"/>
              <a:gd name="p0y16" fmla="*/ 0 h 24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7"/>
            </p:custDataLst>
          </p:nvPr>
        </p:nvSpPr>
        <p:spPr>
          <a:xfrm>
            <a:off x="6395720" y="348551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6467627" y="3552311"/>
            <a:ext cx="34260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02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6848475" y="3494208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A5E7A"/>
                </a:solidFill>
                <a:cs typeface="+mn-lt"/>
              </a:rPr>
              <a:t>串扰分析</a:t>
            </a:r>
            <a:endParaRPr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6391275" y="3885686"/>
            <a:ext cx="514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增大线间距并插入地线隔离，降低相邻走线电磁耦合幅度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28" name="任意多边形 27"/>
          <p:cNvSpPr/>
          <p:nvPr>
            <p:custDataLst>
              <p:tags r:id="rId31"/>
            </p:custDataLst>
          </p:nvPr>
        </p:nvSpPr>
        <p:spPr>
          <a:xfrm>
            <a:off x="6217500" y="3062619"/>
            <a:ext cx="5491051" cy="28561"/>
          </a:xfrm>
          <a:custGeom>
            <a:avLst/>
            <a:gdLst>
              <a:gd name="sw" fmla="*/ 1 w 8700"/>
              <a:gd name="sh" fmla="*/ 1 h 45"/>
              <a:gd name="mins" fmla="min sw sh"/>
              <a:gd name="dsw" fmla="+- 0 sw mins"/>
              <a:gd name="dsh" fmla="+- 0 sh mins"/>
              <a:gd name="p0x0" fmla="*/ 45 w 8700"/>
              <a:gd name="p0y0" fmla="*/ 0 h 45"/>
              <a:gd name="p0x1" fmla="*/ 8655 w 8700"/>
              <a:gd name="p0y1" fmla="*/ 0 h 45"/>
              <a:gd name="p0x2" fmla="*/ 8679 w 8700"/>
              <a:gd name="p0y2" fmla="*/ 0 h 45"/>
              <a:gd name="p0x3" fmla="*/ 8700 w 8700"/>
              <a:gd name="p0y3" fmla="*/ 20 h 45"/>
              <a:gd name="p0x4" fmla="*/ 8700 w 8700"/>
              <a:gd name="p0y4" fmla="*/ 45 h 45"/>
              <a:gd name="p0x5" fmla="*/ 0 w 8700"/>
              <a:gd name="p0y5" fmla="*/ 45 h 45"/>
              <a:gd name="p0x6" fmla="*/ 0 w 8700"/>
              <a:gd name="p0y6" fmla="*/ 20 h 45"/>
              <a:gd name="p0x7" fmla="*/ 20 w 8700"/>
              <a:gd name="p0y7" fmla="*/ 0 h 45"/>
              <a:gd name="p0x8" fmla="*/ 45 w 8700"/>
              <a:gd name="p0y8" fmla="*/ 0 h 45"/>
            </a:gdLst>
            <a:ahLst/>
            <a:cxnLst/>
            <a:pathLst>
              <a:path w="8647" h="45">
                <a:moveTo>
                  <a:pt x="8647" y="45"/>
                </a:move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lnTo>
                  <a:pt x="8554" y="0"/>
                </a:lnTo>
                <a:cubicBezTo>
                  <a:pt x="8591" y="-3"/>
                  <a:pt x="8634" y="25"/>
                  <a:pt x="8647" y="4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461645" y="4826635"/>
            <a:ext cx="5534025" cy="1569085"/>
          </a:xfrm>
          <a:custGeom>
            <a:avLst/>
            <a:gdLst>
              <a:gd name="sw" fmla="*/ 1 w 8715"/>
              <a:gd name="sh" fmla="*/ 1 h 2470"/>
              <a:gd name="mins" fmla="min sw sh"/>
              <a:gd name="dsw" fmla="+- 0 sw mins"/>
              <a:gd name="dsh" fmla="+- 0 sh mins"/>
              <a:gd name="p0x0" fmla="*/ 120 w 8715"/>
              <a:gd name="p0y0" fmla="*/ 0 h 2470"/>
              <a:gd name="p0x1" fmla="*/ 8595 w 8715"/>
              <a:gd name="p0y1" fmla="*/ 0 h 2470"/>
              <a:gd name="p0x2" fmla="*/ 8661 w 8715"/>
              <a:gd name="p0y2" fmla="*/ 0 h 2470"/>
              <a:gd name="p0x3" fmla="*/ 8715 w 8715"/>
              <a:gd name="p0y3" fmla="*/ 53 h 2470"/>
              <a:gd name="p0x4" fmla="*/ 8715 w 8715"/>
              <a:gd name="p0y4" fmla="*/ 120 h 2470"/>
              <a:gd name="p0x5" fmla="*/ 8715 w 8715"/>
              <a:gd name="p0y5" fmla="*/ 2350 h 2470"/>
              <a:gd name="p0x6" fmla="*/ 8715 w 8715"/>
              <a:gd name="p0y6" fmla="*/ 2416 h 2470"/>
              <a:gd name="p0x7" fmla="*/ 8661 w 8715"/>
              <a:gd name="p0y7" fmla="*/ 2470 h 2470"/>
              <a:gd name="p0x8" fmla="*/ 8595 w 8715"/>
              <a:gd name="p0y8" fmla="*/ 2470 h 2470"/>
              <a:gd name="p0x9" fmla="*/ 120 w 8715"/>
              <a:gd name="p0y9" fmla="*/ 2470 h 2470"/>
              <a:gd name="p0x10" fmla="*/ 53 w 8715"/>
              <a:gd name="p0y10" fmla="*/ 2470 h 2470"/>
              <a:gd name="p0x11" fmla="*/ 0 w 8715"/>
              <a:gd name="p0y11" fmla="*/ 2416 h 2470"/>
              <a:gd name="p0x12" fmla="*/ 0 w 8715"/>
              <a:gd name="p0y12" fmla="*/ 2350 h 2470"/>
              <a:gd name="p0x13" fmla="*/ 0 w 8715"/>
              <a:gd name="p0y13" fmla="*/ 120 h 2470"/>
              <a:gd name="p0x14" fmla="*/ 0 w 8715"/>
              <a:gd name="p0y14" fmla="*/ 53 h 2470"/>
              <a:gd name="p0x15" fmla="*/ 53 w 8715"/>
              <a:gd name="p0y15" fmla="*/ 0 h 2470"/>
              <a:gd name="p0x16" fmla="*/ 120 w 8715"/>
              <a:gd name="p0y16" fmla="*/ 0 h 24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33"/>
            </p:custDataLst>
          </p:nvPr>
        </p:nvSpPr>
        <p:spPr>
          <a:xfrm>
            <a:off x="661670" y="525399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4"/>
            </p:custDataLst>
          </p:nvPr>
        </p:nvSpPr>
        <p:spPr>
          <a:xfrm>
            <a:off x="733577" y="5321132"/>
            <a:ext cx="34260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03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38" name="文本框 37"/>
          <p:cNvSpPr txBox="1"/>
          <p:nvPr>
            <p:custDataLst>
              <p:tags r:id="rId35"/>
            </p:custDataLst>
          </p:nvPr>
        </p:nvSpPr>
        <p:spPr>
          <a:xfrm>
            <a:off x="1114425" y="5263029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A5E7A"/>
                </a:solidFill>
                <a:cs typeface="+mn-lt"/>
              </a:rPr>
              <a:t>热设计检查</a:t>
            </a:r>
            <a:endParaRPr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39" name="文本框 38"/>
          <p:cNvSpPr txBox="1"/>
          <p:nvPr>
            <p:custDataLst>
              <p:tags r:id="rId36"/>
            </p:custDataLst>
          </p:nvPr>
        </p:nvSpPr>
        <p:spPr>
          <a:xfrm>
            <a:off x="657225" y="5654507"/>
            <a:ext cx="514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7A8F"/>
                </a:solidFill>
                <a:cs typeface="+mn-lt"/>
              </a:rPr>
              <a:t>蓝牙芯片、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LDO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散热路径畅通</a:t>
            </a:r>
            <a:endParaRPr lang="zh-CN" altLang="en-US"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35" name="任意多边形 34"/>
          <p:cNvSpPr/>
          <p:nvPr>
            <p:custDataLst>
              <p:tags r:id="rId37"/>
            </p:custDataLst>
          </p:nvPr>
        </p:nvSpPr>
        <p:spPr>
          <a:xfrm>
            <a:off x="483450" y="4831729"/>
            <a:ext cx="5491051" cy="28561"/>
          </a:xfrm>
          <a:custGeom>
            <a:avLst/>
            <a:gdLst>
              <a:gd name="sw" fmla="*/ 1 w 8700"/>
              <a:gd name="sh" fmla="*/ 1 h 45"/>
              <a:gd name="mins" fmla="min sw sh"/>
              <a:gd name="dsw" fmla="+- 0 sw mins"/>
              <a:gd name="dsh" fmla="+- 0 sh mins"/>
              <a:gd name="p0x0" fmla="*/ 45 w 8700"/>
              <a:gd name="p0y0" fmla="*/ 0 h 45"/>
              <a:gd name="p0x1" fmla="*/ 8655 w 8700"/>
              <a:gd name="p0y1" fmla="*/ 0 h 45"/>
              <a:gd name="p0x2" fmla="*/ 8679 w 8700"/>
              <a:gd name="p0y2" fmla="*/ 0 h 45"/>
              <a:gd name="p0x3" fmla="*/ 8700 w 8700"/>
              <a:gd name="p0y3" fmla="*/ 20 h 45"/>
              <a:gd name="p0x4" fmla="*/ 8700 w 8700"/>
              <a:gd name="p0y4" fmla="*/ 45 h 45"/>
              <a:gd name="p0x5" fmla="*/ 0 w 8700"/>
              <a:gd name="p0y5" fmla="*/ 45 h 45"/>
              <a:gd name="p0x6" fmla="*/ 0 w 8700"/>
              <a:gd name="p0y6" fmla="*/ 20 h 45"/>
              <a:gd name="p0x7" fmla="*/ 20 w 8700"/>
              <a:gd name="p0y7" fmla="*/ 0 h 45"/>
              <a:gd name="p0x8" fmla="*/ 45 w 8700"/>
              <a:gd name="p0y8" fmla="*/ 0 h 45"/>
            </a:gdLst>
            <a:ahLst/>
            <a:cxnLst/>
            <a:pathLst>
              <a:path w="8647" h="45">
                <a:moveTo>
                  <a:pt x="8647" y="45"/>
                </a:move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lnTo>
                  <a:pt x="8554" y="0"/>
                </a:lnTo>
                <a:cubicBezTo>
                  <a:pt x="8591" y="-3"/>
                  <a:pt x="8634" y="25"/>
                  <a:pt x="8647" y="4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38"/>
            </p:custDataLst>
          </p:nvPr>
        </p:nvSpPr>
        <p:spPr>
          <a:xfrm>
            <a:off x="6195695" y="4826635"/>
            <a:ext cx="5534025" cy="1569085"/>
          </a:xfrm>
          <a:custGeom>
            <a:avLst/>
            <a:gdLst>
              <a:gd name="sw" fmla="*/ 1 w 8715"/>
              <a:gd name="sh" fmla="*/ 1 h 2470"/>
              <a:gd name="mins" fmla="min sw sh"/>
              <a:gd name="dsw" fmla="+- 0 sw mins"/>
              <a:gd name="dsh" fmla="+- 0 sh mins"/>
              <a:gd name="p0x0" fmla="*/ 120 w 8715"/>
              <a:gd name="p0y0" fmla="*/ 0 h 2470"/>
              <a:gd name="p0x1" fmla="*/ 8595 w 8715"/>
              <a:gd name="p0y1" fmla="*/ 0 h 2470"/>
              <a:gd name="p0x2" fmla="*/ 8661 w 8715"/>
              <a:gd name="p0y2" fmla="*/ 0 h 2470"/>
              <a:gd name="p0x3" fmla="*/ 8715 w 8715"/>
              <a:gd name="p0y3" fmla="*/ 53 h 2470"/>
              <a:gd name="p0x4" fmla="*/ 8715 w 8715"/>
              <a:gd name="p0y4" fmla="*/ 120 h 2470"/>
              <a:gd name="p0x5" fmla="*/ 8715 w 8715"/>
              <a:gd name="p0y5" fmla="*/ 2350 h 2470"/>
              <a:gd name="p0x6" fmla="*/ 8715 w 8715"/>
              <a:gd name="p0y6" fmla="*/ 2416 h 2470"/>
              <a:gd name="p0x7" fmla="*/ 8661 w 8715"/>
              <a:gd name="p0y7" fmla="*/ 2470 h 2470"/>
              <a:gd name="p0x8" fmla="*/ 8595 w 8715"/>
              <a:gd name="p0y8" fmla="*/ 2470 h 2470"/>
              <a:gd name="p0x9" fmla="*/ 120 w 8715"/>
              <a:gd name="p0y9" fmla="*/ 2470 h 2470"/>
              <a:gd name="p0x10" fmla="*/ 53 w 8715"/>
              <a:gd name="p0y10" fmla="*/ 2470 h 2470"/>
              <a:gd name="p0x11" fmla="*/ 0 w 8715"/>
              <a:gd name="p0y11" fmla="*/ 2416 h 2470"/>
              <a:gd name="p0x12" fmla="*/ 0 w 8715"/>
              <a:gd name="p0y12" fmla="*/ 2350 h 2470"/>
              <a:gd name="p0x13" fmla="*/ 0 w 8715"/>
              <a:gd name="p0y13" fmla="*/ 120 h 2470"/>
              <a:gd name="p0x14" fmla="*/ 0 w 8715"/>
              <a:gd name="p0y14" fmla="*/ 53 h 2470"/>
              <a:gd name="p0x15" fmla="*/ 53 w 8715"/>
              <a:gd name="p0y15" fmla="*/ 0 h 2470"/>
              <a:gd name="p0x16" fmla="*/ 120 w 8715"/>
              <a:gd name="p0y16" fmla="*/ 0 h 24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>
            <p:custDataLst>
              <p:tags r:id="rId39"/>
            </p:custDataLst>
          </p:nvPr>
        </p:nvSpPr>
        <p:spPr>
          <a:xfrm>
            <a:off x="6395720" y="525399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0"/>
            </p:custDataLst>
          </p:nvPr>
        </p:nvSpPr>
        <p:spPr>
          <a:xfrm>
            <a:off x="6467627" y="5321132"/>
            <a:ext cx="34260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04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45" name="文本框 44"/>
          <p:cNvSpPr txBox="1"/>
          <p:nvPr>
            <p:custDataLst>
              <p:tags r:id="rId41"/>
            </p:custDataLst>
          </p:nvPr>
        </p:nvSpPr>
        <p:spPr>
          <a:xfrm>
            <a:off x="6848475" y="5263029"/>
            <a:ext cx="158948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1A5E7A"/>
                </a:solidFill>
                <a:cs typeface="+mn-lt"/>
              </a:rPr>
              <a:t>DFT</a:t>
            </a:r>
            <a:r>
              <a:rPr lang="zh-CN" b="1">
                <a:solidFill>
                  <a:srgbClr val="1A5E7A"/>
                </a:solidFill>
                <a:cs typeface="+mn-lt"/>
              </a:rPr>
              <a:t>可测试性</a:t>
            </a:r>
            <a:endParaRPr lang="zh-CN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46" name="文本框 45"/>
          <p:cNvSpPr txBox="1"/>
          <p:nvPr>
            <p:custDataLst>
              <p:tags r:id="rId42"/>
            </p:custDataLst>
          </p:nvPr>
        </p:nvSpPr>
        <p:spPr>
          <a:xfrm>
            <a:off x="6391275" y="5654507"/>
            <a:ext cx="514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确保焊接后功能测试与故障诊断可行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42" name="任意多边形 41"/>
          <p:cNvSpPr/>
          <p:nvPr>
            <p:custDataLst>
              <p:tags r:id="rId43"/>
            </p:custDataLst>
          </p:nvPr>
        </p:nvSpPr>
        <p:spPr>
          <a:xfrm>
            <a:off x="6217500" y="4831729"/>
            <a:ext cx="5491051" cy="28561"/>
          </a:xfrm>
          <a:custGeom>
            <a:avLst/>
            <a:gdLst>
              <a:gd name="sw" fmla="*/ 1 w 8700"/>
              <a:gd name="sh" fmla="*/ 1 h 45"/>
              <a:gd name="mins" fmla="min sw sh"/>
              <a:gd name="dsw" fmla="+- 0 sw mins"/>
              <a:gd name="dsh" fmla="+- 0 sh mins"/>
              <a:gd name="p0x0" fmla="*/ 45 w 8700"/>
              <a:gd name="p0y0" fmla="*/ 0 h 45"/>
              <a:gd name="p0x1" fmla="*/ 8655 w 8700"/>
              <a:gd name="p0y1" fmla="*/ 0 h 45"/>
              <a:gd name="p0x2" fmla="*/ 8679 w 8700"/>
              <a:gd name="p0y2" fmla="*/ 0 h 45"/>
              <a:gd name="p0x3" fmla="*/ 8700 w 8700"/>
              <a:gd name="p0y3" fmla="*/ 20 h 45"/>
              <a:gd name="p0x4" fmla="*/ 8700 w 8700"/>
              <a:gd name="p0y4" fmla="*/ 45 h 45"/>
              <a:gd name="p0x5" fmla="*/ 0 w 8700"/>
              <a:gd name="p0y5" fmla="*/ 45 h 45"/>
              <a:gd name="p0x6" fmla="*/ 0 w 8700"/>
              <a:gd name="p0y6" fmla="*/ 20 h 45"/>
              <a:gd name="p0x7" fmla="*/ 20 w 8700"/>
              <a:gd name="p0y7" fmla="*/ 0 h 45"/>
              <a:gd name="p0x8" fmla="*/ 45 w 8700"/>
              <a:gd name="p0y8" fmla="*/ 0 h 45"/>
            </a:gdLst>
            <a:ahLst/>
            <a:cxnLst/>
            <a:pathLst>
              <a:path w="8647" h="45">
                <a:moveTo>
                  <a:pt x="8647" y="45"/>
                </a:move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lnTo>
                  <a:pt x="8554" y="0"/>
                </a:lnTo>
                <a:cubicBezTo>
                  <a:pt x="8591" y="-3"/>
                  <a:pt x="8634" y="25"/>
                  <a:pt x="8647" y="4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57200" y="433388"/>
            <a:ext cx="112776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1A5E7A"/>
                </a:solidFill>
                <a:cs typeface="+mn-lt"/>
              </a:rPr>
              <a:t>电源完整性分析与</a:t>
            </a:r>
            <a:r>
              <a:rPr lang="en-US" altLang="zh-CN" sz="3000" b="1">
                <a:solidFill>
                  <a:srgbClr val="1A5E7A"/>
                </a:solidFill>
                <a:cs typeface="+mn-lt"/>
              </a:rPr>
              <a:t>DFM</a:t>
            </a:r>
            <a:r>
              <a:rPr lang="zh-CN" altLang="en-US" sz="3000" b="1">
                <a:solidFill>
                  <a:srgbClr val="1A5E7A"/>
                </a:solidFill>
                <a:cs typeface="+mn-lt"/>
              </a:rPr>
              <a:t>量产优化</a:t>
            </a:r>
            <a:endParaRPr lang="zh-CN" altLang="en-US" sz="30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57200" y="1009650"/>
            <a:ext cx="112776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4A7A8F"/>
                </a:solidFill>
                <a:cs typeface="+mn-lt"/>
              </a:rPr>
              <a:t>仿真验证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 + DFM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零问题，设计一次成功</a:t>
            </a:r>
            <a:endParaRPr lang="zh-CN" altLang="en-US"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62" name="任意多边形 61"/>
          <p:cNvSpPr/>
          <p:nvPr>
            <p:custDataLst>
              <p:tags r:id="rId3"/>
            </p:custDataLst>
          </p:nvPr>
        </p:nvSpPr>
        <p:spPr>
          <a:xfrm>
            <a:off x="461645" y="5905500"/>
            <a:ext cx="11268075" cy="490220"/>
          </a:xfrm>
          <a:custGeom>
            <a:avLst/>
            <a:gdLst>
              <a:gd name="sw" fmla="*/ 1 w 17745"/>
              <a:gd name="sh" fmla="*/ 1 h 772"/>
              <a:gd name="mins" fmla="min sw sh"/>
              <a:gd name="dsw" fmla="+- 0 sw mins"/>
              <a:gd name="dsh" fmla="+- 0 sh mins"/>
              <a:gd name="p0x0" fmla="*/ 120 w 17745"/>
              <a:gd name="p0y0" fmla="*/ 0 h 772"/>
              <a:gd name="p0x1" fmla="*/ 17625 w 17745"/>
              <a:gd name="p0y1" fmla="*/ 0 h 772"/>
              <a:gd name="p0x2" fmla="*/ 17691 w 17745"/>
              <a:gd name="p0y2" fmla="*/ 0 h 772"/>
              <a:gd name="p0x3" fmla="*/ 17745 w 17745"/>
              <a:gd name="p0y3" fmla="*/ 53 h 772"/>
              <a:gd name="p0x4" fmla="*/ 17745 w 17745"/>
              <a:gd name="p0y4" fmla="*/ 120 h 772"/>
              <a:gd name="p0x5" fmla="*/ 17745 w 17745"/>
              <a:gd name="p0y5" fmla="*/ 652 h 772"/>
              <a:gd name="p0x6" fmla="*/ 17745 w 17745"/>
              <a:gd name="p0y6" fmla="*/ 718 h 772"/>
              <a:gd name="p0x7" fmla="*/ 17691 w 17745"/>
              <a:gd name="p0y7" fmla="*/ 772 h 772"/>
              <a:gd name="p0x8" fmla="*/ 17625 w 17745"/>
              <a:gd name="p0y8" fmla="*/ 772 h 772"/>
              <a:gd name="p0x9" fmla="*/ 120 w 17745"/>
              <a:gd name="p0y9" fmla="*/ 772 h 772"/>
              <a:gd name="p0x10" fmla="*/ 53 w 17745"/>
              <a:gd name="p0y10" fmla="*/ 772 h 772"/>
              <a:gd name="p0x11" fmla="*/ 0 w 17745"/>
              <a:gd name="p0y11" fmla="*/ 718 h 772"/>
              <a:gd name="p0x12" fmla="*/ 0 w 17745"/>
              <a:gd name="p0y12" fmla="*/ 652 h 772"/>
              <a:gd name="p0x13" fmla="*/ 0 w 17745"/>
              <a:gd name="p0y13" fmla="*/ 120 h 772"/>
              <a:gd name="p0x14" fmla="*/ 0 w 17745"/>
              <a:gd name="p0y14" fmla="*/ 53 h 772"/>
              <a:gd name="p0x15" fmla="*/ 53 w 17745"/>
              <a:gd name="p0y15" fmla="*/ 0 h 772"/>
              <a:gd name="p0x16" fmla="*/ 120 w 17745"/>
              <a:gd name="p0y16" fmla="*/ 0 h 7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0769"/>
              <a:lumOff val="89231"/>
            </a:schemeClr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4"/>
            </p:custDataLst>
          </p:nvPr>
        </p:nvSpPr>
        <p:spPr>
          <a:xfrm>
            <a:off x="657225" y="6024563"/>
            <a:ext cx="155376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0D4A63"/>
                </a:solidFill>
                <a:cs typeface="+mn-lt"/>
              </a:rPr>
              <a:t>TI </a:t>
            </a:r>
            <a:r>
              <a:rPr lang="zh-CN" sz="1500" b="1">
                <a:solidFill>
                  <a:srgbClr val="0D4A63"/>
                </a:solidFill>
                <a:cs typeface="+mn-lt"/>
              </a:rPr>
              <a:t>高速设计规范</a:t>
            </a:r>
            <a:endParaRPr lang="zh-CN" sz="15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64" name="任意多边形 63"/>
          <p:cNvSpPr/>
          <p:nvPr>
            <p:custDataLst>
              <p:tags r:id="rId5"/>
            </p:custDataLst>
          </p:nvPr>
        </p:nvSpPr>
        <p:spPr>
          <a:xfrm>
            <a:off x="2383155" y="6036310"/>
            <a:ext cx="0" cy="228600"/>
          </a:xfrm>
          <a:custGeom>
            <a:avLst/>
            <a:gdLst>
              <a:gd name="sw" fmla="*/ 1 w 299970"/>
              <a:gd name="sh" fmla="*/ 1 h 299610"/>
              <a:gd name="mins" fmla="min sw sh"/>
              <a:gd name="dsw" fmla="+- 0 sw mins"/>
              <a:gd name="dsh" fmla="+- 0 sh mins"/>
              <a:gd name="p0a1dx" fmla="*/ dsw -146231 1"/>
              <a:gd name="p0a1dy" fmla="*/ dsh -140118 1"/>
              <a:gd name="p0a0dx" fmla="*/ dsw -146231 1"/>
              <a:gd name="p0a0dy" fmla="*/ dsh 159491 1"/>
              <a:gd name="p0a2dx" fmla="*/ dsw 153738 1"/>
              <a:gd name="p0a2dy" fmla="*/ dsh -140118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625 mins 1"/>
              <a:gd name="p0y5" fmla="+- p0y5s p0a1dy 0"/>
              <a:gd name="p0x6s" fmla="*/ 0 mins 1"/>
              <a:gd name="p0x6" fmla="+- p0x6s p0a1dx 0"/>
              <a:gd name="p0y6s" fmla="*/ -66790 mins 1"/>
              <a:gd name="p0y6" fmla="+- p0y6s p0a1dy 0"/>
              <a:gd name="p0x7s" fmla="*/ -67150 mins 1"/>
              <a:gd name="p0x7" fmla="+- p0x7s p0a1dx 0"/>
              <a:gd name="p0y7s" fmla="*/ 360 mins 1"/>
              <a:gd name="p0y7" fmla="+- p0y7s p0a1dy 0"/>
              <a:gd name="p0x8s" fmla="*/ -149985 mins 1"/>
              <a:gd name="p0x8" fmla="+- p0x8s p0a1dx 0"/>
              <a:gd name="p0y8s" fmla="*/ 360 mins 1"/>
              <a:gd name="p0y8" fmla="+- p0y8s p0a1dy 0"/>
              <a:gd name="p0x9s" fmla="*/ 149985 mins 1"/>
              <a:gd name="p0x9" fmla="+- p0x9s p0a2dx 0"/>
              <a:gd name="p0y9s" fmla="*/ 360 mins 1"/>
              <a:gd name="p0y9" fmla="+- p0y9s p0a2dy 0"/>
              <a:gd name="p0x10s" fmla="*/ 67150 mins 1"/>
              <a:gd name="p0x10" fmla="+- p0x10s p0a2dx 0"/>
              <a:gd name="p0y10s" fmla="*/ 360 mins 1"/>
              <a:gd name="p0y10" fmla="+- p0y10s p0a2dy 0"/>
              <a:gd name="p0x11s" fmla="*/ 0 mins 1"/>
              <a:gd name="p0x11" fmla="+- p0x11s p0a2dx 0"/>
              <a:gd name="p0y11s" fmla="*/ -66790 mins 1"/>
              <a:gd name="p0y11" fmla="+- p0y11s p0a2dy 0"/>
              <a:gd name="p0x12s" fmla="*/ 0 mins 1"/>
              <a:gd name="p0x12" fmla="+- p0x12s p0a2dx 0"/>
              <a:gd name="p0y12s" fmla="*/ -149625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>
            <p:custDataLst>
              <p:tags r:id="rId6"/>
            </p:custDataLst>
          </p:nvPr>
        </p:nvSpPr>
        <p:spPr>
          <a:xfrm>
            <a:off x="2383784" y="6036469"/>
            <a:ext cx="17145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1A5E7A"/>
                </a:solidFill>
                <a:cs typeface="+mn-lt"/>
              </a:rPr>
              <a:t>禁止地平面埋入走线</a:t>
            </a:r>
            <a:endParaRPr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66" name="任意多边形 65"/>
          <p:cNvSpPr/>
          <p:nvPr>
            <p:custDataLst>
              <p:tags r:id="rId7"/>
            </p:custDataLst>
          </p:nvPr>
        </p:nvSpPr>
        <p:spPr>
          <a:xfrm>
            <a:off x="4251960" y="6036310"/>
            <a:ext cx="0" cy="228600"/>
          </a:xfrm>
          <a:custGeom>
            <a:avLst/>
            <a:gdLst>
              <a:gd name="sw" fmla="*/ 1 w 299970"/>
              <a:gd name="sh" fmla="*/ 1 h 299610"/>
              <a:gd name="mins" fmla="min sw sh"/>
              <a:gd name="dsw" fmla="+- 0 sw mins"/>
              <a:gd name="dsh" fmla="+- 0 sh mins"/>
              <a:gd name="p0a1dx" fmla="*/ dsw -143288 1"/>
              <a:gd name="p0a1dy" fmla="*/ dsh -140118 1"/>
              <a:gd name="p0a0dx" fmla="*/ dsw -143288 1"/>
              <a:gd name="p0a0dy" fmla="*/ dsh 159491 1"/>
              <a:gd name="p0a2dx" fmla="*/ dsw 156681 1"/>
              <a:gd name="p0a2dy" fmla="*/ dsh -140118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625 mins 1"/>
              <a:gd name="p0y5" fmla="+- p0y5s p0a1dy 0"/>
              <a:gd name="p0x6s" fmla="*/ 0 mins 1"/>
              <a:gd name="p0x6" fmla="+- p0x6s p0a1dx 0"/>
              <a:gd name="p0y6s" fmla="*/ -66790 mins 1"/>
              <a:gd name="p0y6" fmla="+- p0y6s p0a1dy 0"/>
              <a:gd name="p0x7s" fmla="*/ -67150 mins 1"/>
              <a:gd name="p0x7" fmla="+- p0x7s p0a1dx 0"/>
              <a:gd name="p0y7s" fmla="*/ 360 mins 1"/>
              <a:gd name="p0y7" fmla="+- p0y7s p0a1dy 0"/>
              <a:gd name="p0x8s" fmla="*/ -149985 mins 1"/>
              <a:gd name="p0x8" fmla="+- p0x8s p0a1dx 0"/>
              <a:gd name="p0y8s" fmla="*/ 360 mins 1"/>
              <a:gd name="p0y8" fmla="+- p0y8s p0a1dy 0"/>
              <a:gd name="p0x9s" fmla="*/ 149985 mins 1"/>
              <a:gd name="p0x9" fmla="+- p0x9s p0a2dx 0"/>
              <a:gd name="p0y9s" fmla="*/ 360 mins 1"/>
              <a:gd name="p0y9" fmla="+- p0y9s p0a2dy 0"/>
              <a:gd name="p0x10s" fmla="*/ 67150 mins 1"/>
              <a:gd name="p0x10" fmla="+- p0x10s p0a2dx 0"/>
              <a:gd name="p0y10s" fmla="*/ 360 mins 1"/>
              <a:gd name="p0y10" fmla="+- p0y10s p0a2dy 0"/>
              <a:gd name="p0x11s" fmla="*/ 0 mins 1"/>
              <a:gd name="p0x11" fmla="+- p0x11s p0a2dx 0"/>
              <a:gd name="p0y11s" fmla="*/ -66790 mins 1"/>
              <a:gd name="p0y11" fmla="+- p0y11s p0a2dy 0"/>
              <a:gd name="p0x12s" fmla="*/ 0 mins 1"/>
              <a:gd name="p0x12" fmla="+- p0x12s p0a2dx 0"/>
              <a:gd name="p0y12s" fmla="*/ -149625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>
            <p:custDataLst>
              <p:tags r:id="rId8"/>
            </p:custDataLst>
          </p:nvPr>
        </p:nvSpPr>
        <p:spPr>
          <a:xfrm>
            <a:off x="4252093" y="6036469"/>
            <a:ext cx="249703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1A5E7A"/>
                </a:solidFill>
                <a:cs typeface="+mn-lt"/>
              </a:rPr>
              <a:t>100mil </a:t>
            </a:r>
            <a:r>
              <a:rPr lang="zh-CN" sz="1350">
                <a:solidFill>
                  <a:srgbClr val="1A5E7A"/>
                </a:solidFill>
                <a:cs typeface="+mn-lt"/>
              </a:rPr>
              <a:t>过孔间距避免长槽天线</a:t>
            </a:r>
            <a:endParaRPr lang="zh-CN"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68" name="任意多边形 67"/>
          <p:cNvSpPr/>
          <p:nvPr>
            <p:custDataLst>
              <p:tags r:id="rId9"/>
            </p:custDataLst>
          </p:nvPr>
        </p:nvSpPr>
        <p:spPr>
          <a:xfrm>
            <a:off x="6902450" y="6036310"/>
            <a:ext cx="0" cy="228600"/>
          </a:xfrm>
          <a:custGeom>
            <a:avLst/>
            <a:gdLst>
              <a:gd name="sw" fmla="*/ 1 w 299970"/>
              <a:gd name="sh" fmla="*/ 1 h 299610"/>
              <a:gd name="mins" fmla="min sw sh"/>
              <a:gd name="dsw" fmla="+- 0 sw mins"/>
              <a:gd name="dsh" fmla="+- 0 sh mins"/>
              <a:gd name="p0a1dx" fmla="*/ dsw -139114 1"/>
              <a:gd name="p0a1dy" fmla="*/ dsh -140118 1"/>
              <a:gd name="p0a0dx" fmla="*/ dsw -139114 1"/>
              <a:gd name="p0a0dy" fmla="*/ dsh 159491 1"/>
              <a:gd name="p0a2dx" fmla="*/ dsw 160855 1"/>
              <a:gd name="p0a2dy" fmla="*/ dsh -140118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625 mins 1"/>
              <a:gd name="p0y5" fmla="+- p0y5s p0a1dy 0"/>
              <a:gd name="p0x6s" fmla="*/ 0 mins 1"/>
              <a:gd name="p0x6" fmla="+- p0x6s p0a1dx 0"/>
              <a:gd name="p0y6s" fmla="*/ -66790 mins 1"/>
              <a:gd name="p0y6" fmla="+- p0y6s p0a1dy 0"/>
              <a:gd name="p0x7s" fmla="*/ -67150 mins 1"/>
              <a:gd name="p0x7" fmla="+- p0x7s p0a1dx 0"/>
              <a:gd name="p0y7s" fmla="*/ 360 mins 1"/>
              <a:gd name="p0y7" fmla="+- p0y7s p0a1dy 0"/>
              <a:gd name="p0x8s" fmla="*/ -149985 mins 1"/>
              <a:gd name="p0x8" fmla="+- p0x8s p0a1dx 0"/>
              <a:gd name="p0y8s" fmla="*/ 360 mins 1"/>
              <a:gd name="p0y8" fmla="+- p0y8s p0a1dy 0"/>
              <a:gd name="p0x9s" fmla="*/ 149985 mins 1"/>
              <a:gd name="p0x9" fmla="+- p0x9s p0a2dx 0"/>
              <a:gd name="p0y9s" fmla="*/ 360 mins 1"/>
              <a:gd name="p0y9" fmla="+- p0y9s p0a2dy 0"/>
              <a:gd name="p0x10s" fmla="*/ 67150 mins 1"/>
              <a:gd name="p0x10" fmla="+- p0x10s p0a2dx 0"/>
              <a:gd name="p0y10s" fmla="*/ 360 mins 1"/>
              <a:gd name="p0y10" fmla="+- p0y10s p0a2dy 0"/>
              <a:gd name="p0x11s" fmla="*/ 0 mins 1"/>
              <a:gd name="p0x11" fmla="+- p0x11s p0a2dx 0"/>
              <a:gd name="p0y11s" fmla="*/ -66790 mins 1"/>
              <a:gd name="p0y11" fmla="+- p0y11s p0a2dy 0"/>
              <a:gd name="p0x12s" fmla="*/ 0 mins 1"/>
              <a:gd name="p0x12" fmla="+- p0x12s p0a2dx 0"/>
              <a:gd name="p0y12s" fmla="*/ -149625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>
            <p:custDataLst>
              <p:tags r:id="rId10"/>
            </p:custDataLst>
          </p:nvPr>
        </p:nvSpPr>
        <p:spPr>
          <a:xfrm>
            <a:off x="6902872" y="6036469"/>
            <a:ext cx="201438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1A5E7A"/>
                </a:solidFill>
                <a:cs typeface="+mn-lt"/>
              </a:rPr>
              <a:t>I/O </a:t>
            </a:r>
            <a:r>
              <a:rPr lang="zh-CN" sz="1350">
                <a:solidFill>
                  <a:srgbClr val="1A5E7A"/>
                </a:solidFill>
                <a:cs typeface="+mn-lt"/>
              </a:rPr>
              <a:t>大面积接地连屏蔽壳</a:t>
            </a:r>
            <a:endParaRPr lang="zh-CN"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70" name="任意多边形 69"/>
          <p:cNvSpPr/>
          <p:nvPr>
            <p:custDataLst>
              <p:tags r:id="rId11"/>
            </p:custDataLst>
          </p:nvPr>
        </p:nvSpPr>
        <p:spPr>
          <a:xfrm>
            <a:off x="9070975" y="6036310"/>
            <a:ext cx="0" cy="228600"/>
          </a:xfrm>
          <a:custGeom>
            <a:avLst/>
            <a:gdLst>
              <a:gd name="sw" fmla="*/ 1 w 299970"/>
              <a:gd name="sh" fmla="*/ 1 h 299610"/>
              <a:gd name="mins" fmla="min sw sh"/>
              <a:gd name="dsw" fmla="+- 0 sw mins"/>
              <a:gd name="dsh" fmla="+- 0 sh mins"/>
              <a:gd name="p0a1dx" fmla="*/ dsw -135699 1"/>
              <a:gd name="p0a1dy" fmla="*/ dsh -140118 1"/>
              <a:gd name="p0a0dx" fmla="*/ dsw -135699 1"/>
              <a:gd name="p0a0dy" fmla="*/ dsh 159491 1"/>
              <a:gd name="p0a2dx" fmla="*/ dsw 164270 1"/>
              <a:gd name="p0a2dy" fmla="*/ dsh -140118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625 mins 1"/>
              <a:gd name="p0y5" fmla="+- p0y5s p0a1dy 0"/>
              <a:gd name="p0x6s" fmla="*/ 0 mins 1"/>
              <a:gd name="p0x6" fmla="+- p0x6s p0a1dx 0"/>
              <a:gd name="p0y6s" fmla="*/ -66790 mins 1"/>
              <a:gd name="p0y6" fmla="+- p0y6s p0a1dy 0"/>
              <a:gd name="p0x7s" fmla="*/ -67150 mins 1"/>
              <a:gd name="p0x7" fmla="+- p0x7s p0a1dx 0"/>
              <a:gd name="p0y7s" fmla="*/ 360 mins 1"/>
              <a:gd name="p0y7" fmla="+- p0y7s p0a1dy 0"/>
              <a:gd name="p0x8s" fmla="*/ -149985 mins 1"/>
              <a:gd name="p0x8" fmla="+- p0x8s p0a1dx 0"/>
              <a:gd name="p0y8s" fmla="*/ 360 mins 1"/>
              <a:gd name="p0y8" fmla="+- p0y8s p0a1dy 0"/>
              <a:gd name="p0x9s" fmla="*/ 149985 mins 1"/>
              <a:gd name="p0x9" fmla="+- p0x9s p0a2dx 0"/>
              <a:gd name="p0y9s" fmla="*/ 360 mins 1"/>
              <a:gd name="p0y9" fmla="+- p0y9s p0a2dy 0"/>
              <a:gd name="p0x10s" fmla="*/ 67150 mins 1"/>
              <a:gd name="p0x10" fmla="+- p0x10s p0a2dx 0"/>
              <a:gd name="p0y10s" fmla="*/ 360 mins 1"/>
              <a:gd name="p0y10" fmla="+- p0y10s p0a2dy 0"/>
              <a:gd name="p0x11s" fmla="*/ 0 mins 1"/>
              <a:gd name="p0x11" fmla="+- p0x11s p0a2dx 0"/>
              <a:gd name="p0y11s" fmla="*/ -66790 mins 1"/>
              <a:gd name="p0y11" fmla="+- p0y11s p0a2dy 0"/>
              <a:gd name="p0x12s" fmla="*/ 0 mins 1"/>
              <a:gd name="p0x12" fmla="+- p0x12s p0a2dx 0"/>
              <a:gd name="p0y12s" fmla="*/ -149625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12"/>
            </p:custDataLst>
          </p:nvPr>
        </p:nvSpPr>
        <p:spPr>
          <a:xfrm>
            <a:off x="9071001" y="6036469"/>
            <a:ext cx="2462441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1A5E7A"/>
                </a:solidFill>
                <a:cs typeface="+mn-lt"/>
              </a:rPr>
              <a:t>旁路电容</a:t>
            </a:r>
            <a:r>
              <a:rPr lang="en-US" altLang="zh-CN" sz="1350">
                <a:solidFill>
                  <a:srgbClr val="1A5E7A"/>
                </a:solidFill>
                <a:cs typeface="+mn-lt"/>
              </a:rPr>
              <a:t> &lt; </a:t>
            </a:r>
            <a:r>
              <a:rPr sz="1350" b="1">
                <a:solidFill>
                  <a:srgbClr val="0D4A63"/>
                </a:solidFill>
                <a:cs typeface="+mn-lt"/>
              </a:rPr>
              <a:t>1000pF</a:t>
            </a:r>
            <a:r>
              <a:rPr lang="en-US" sz="1350">
                <a:solidFill>
                  <a:srgbClr val="1A5E7A"/>
                </a:solidFill>
                <a:cs typeface="+mn-lt"/>
              </a:rPr>
              <a:t> </a:t>
            </a:r>
            <a:r>
              <a:rPr lang="zh-CN" altLang="en-US" sz="1350">
                <a:solidFill>
                  <a:srgbClr val="1A5E7A"/>
                </a:solidFill>
                <a:cs typeface="+mn-lt"/>
              </a:rPr>
              <a:t>优先表贴</a:t>
            </a:r>
            <a:endParaRPr lang="zh-CN" altLang="en-US" sz="1350">
              <a:solidFill>
                <a:srgbClr val="1A5E7A"/>
              </a:solidFill>
              <a:cs typeface="+mn-lt"/>
            </a:endParaRPr>
          </a:p>
        </p:txBody>
      </p:sp>
      <p:sp>
        <p:nvSpPr>
          <p:cNvPr id="5" name="任意多边形 4"/>
          <p:cNvSpPr/>
          <p:nvPr>
            <p:custDataLst>
              <p:tags r:id="rId13"/>
            </p:custDataLst>
          </p:nvPr>
        </p:nvSpPr>
        <p:spPr>
          <a:xfrm>
            <a:off x="461645" y="1457325"/>
            <a:ext cx="3622675" cy="4248150"/>
          </a:xfrm>
          <a:custGeom>
            <a:avLst/>
            <a:gdLst>
              <a:gd name="sw" fmla="*/ 1 w 5705"/>
              <a:gd name="sh" fmla="*/ 1 h 6690"/>
              <a:gd name="mins" fmla="min sw sh"/>
              <a:gd name="dsw" fmla="+- 0 sw mins"/>
              <a:gd name="dsh" fmla="+- 0 sh mins"/>
              <a:gd name="p0x0" fmla="*/ 120 w 5705"/>
              <a:gd name="p0y0" fmla="*/ 0 h 6690"/>
              <a:gd name="p0x1" fmla="*/ 5585 w 5705"/>
              <a:gd name="p0y1" fmla="*/ 0 h 6690"/>
              <a:gd name="p0x2" fmla="*/ 5651 w 5705"/>
              <a:gd name="p0y2" fmla="*/ 0 h 6690"/>
              <a:gd name="p0x3" fmla="*/ 5705 w 5705"/>
              <a:gd name="p0y3" fmla="*/ 53 h 6690"/>
              <a:gd name="p0x4" fmla="*/ 5705 w 5705"/>
              <a:gd name="p0y4" fmla="*/ 120 h 6690"/>
              <a:gd name="p0x5" fmla="*/ 5705 w 5705"/>
              <a:gd name="p0y5" fmla="*/ 6570 h 6690"/>
              <a:gd name="p0x6" fmla="*/ 5705 w 5705"/>
              <a:gd name="p0y6" fmla="*/ 6636 h 6690"/>
              <a:gd name="p0x7" fmla="*/ 5651 w 5705"/>
              <a:gd name="p0y7" fmla="*/ 6690 h 6690"/>
              <a:gd name="p0x8" fmla="*/ 5585 w 5705"/>
              <a:gd name="p0y8" fmla="*/ 6690 h 6690"/>
              <a:gd name="p0x9" fmla="*/ 120 w 5705"/>
              <a:gd name="p0y9" fmla="*/ 6690 h 6690"/>
              <a:gd name="p0x10" fmla="*/ 53 w 5705"/>
              <a:gd name="p0y10" fmla="*/ 6690 h 6690"/>
              <a:gd name="p0x11" fmla="*/ 0 w 5705"/>
              <a:gd name="p0y11" fmla="*/ 6636 h 6690"/>
              <a:gd name="p0x12" fmla="*/ 0 w 5705"/>
              <a:gd name="p0y12" fmla="*/ 6570 h 6690"/>
              <a:gd name="p0x13" fmla="*/ 0 w 5705"/>
              <a:gd name="p0y13" fmla="*/ 120 h 6690"/>
              <a:gd name="p0x14" fmla="*/ 0 w 5705"/>
              <a:gd name="p0y14" fmla="*/ 53 h 6690"/>
              <a:gd name="p0x15" fmla="*/ 53 w 5705"/>
              <a:gd name="p0y15" fmla="*/ 0 h 6690"/>
              <a:gd name="p0x16" fmla="*/ 120 w 5705"/>
              <a:gd name="p0y16" fmla="*/ 0 h 6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14"/>
            </p:custDataLst>
          </p:nvPr>
        </p:nvSpPr>
        <p:spPr>
          <a:xfrm>
            <a:off x="483438" y="1461771"/>
            <a:ext cx="3579724" cy="285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637" h="45">
                <a:moveTo>
                  <a:pt x="94" y="0"/>
                </a:moveTo>
                <a:lnTo>
                  <a:pt x="5544" y="0"/>
                </a:lnTo>
                <a:cubicBezTo>
                  <a:pt x="5582" y="0"/>
                  <a:pt x="5615" y="18"/>
                  <a:pt x="5637" y="45"/>
                </a:cubicBezTo>
                <a:lnTo>
                  <a:pt x="0" y="45"/>
                </a:lnTo>
                <a:cubicBezTo>
                  <a:pt x="22" y="18"/>
                  <a:pt x="56" y="0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15"/>
            </p:custDataLst>
          </p:nvPr>
        </p:nvSpPr>
        <p:spPr>
          <a:xfrm>
            <a:off x="657225" y="16808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6"/>
            </p:custDataLst>
          </p:nvPr>
        </p:nvSpPr>
        <p:spPr>
          <a:xfrm>
            <a:off x="733577" y="1752600"/>
            <a:ext cx="34260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01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17"/>
            </p:custDataLst>
          </p:nvPr>
        </p:nvSpPr>
        <p:spPr>
          <a:xfrm>
            <a:off x="1114425" y="1702594"/>
            <a:ext cx="2774975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b="1">
                <a:solidFill>
                  <a:srgbClr val="1A5E7A"/>
                </a:solidFill>
                <a:cs typeface="+mn-lt"/>
              </a:rPr>
              <a:t>电源完整性分析</a:t>
            </a:r>
            <a:endParaRPr b="1">
              <a:solidFill>
                <a:srgbClr val="1A5E7A"/>
              </a:solidFill>
              <a:cs typeface="+mn-lt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657225" y="2176145"/>
            <a:ext cx="3232150" cy="8890"/>
            <a:chOff x="1035" y="3427"/>
            <a:chExt cx="5090" cy="14"/>
          </a:xfrm>
        </p:grpSpPr>
        <p:sp>
          <p:nvSpPr>
            <p:cNvPr id="10" name="任意多边形 9"/>
            <p:cNvSpPr/>
            <p:nvPr>
              <p:custDataLst>
                <p:tags r:id="rId18"/>
              </p:custDataLst>
            </p:nvPr>
          </p:nvSpPr>
          <p:spPr>
            <a:xfrm>
              <a:off x="1035" y="3427"/>
              <a:ext cx="5090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0 w 5090"/>
                <a:gd name="p0y0" fmla="*/ 0 h 15"/>
                <a:gd name="p0x1" fmla="*/ 5090 w 5090"/>
                <a:gd name="p0y1" fmla="*/ 0 h 15"/>
                <a:gd name="p0x2" fmla="*/ 5090 w 5090"/>
                <a:gd name="p0y2" fmla="*/ 15 h 15"/>
                <a:gd name="p0x3" fmla="*/ 0 w 5090"/>
                <a:gd name="p0y3" fmla="*/ 15 h 15"/>
                <a:gd name="p0x4" fmla="*/ 0 w 509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19"/>
              </p:custDataLst>
            </p:nvPr>
          </p:nvSpPr>
          <p:spPr>
            <a:xfrm>
              <a:off x="1035" y="3427"/>
              <a:ext cx="5090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0 w 5090"/>
                <a:gd name="p0y0" fmla="*/ 0 h 15"/>
                <a:gd name="p0x1" fmla="*/ 5090 w 5090"/>
                <a:gd name="p0y1" fmla="*/ 0 h 15"/>
                <a:gd name="p0x2" fmla="*/ 5090 w 5090"/>
                <a:gd name="p0y2" fmla="*/ 15 h 15"/>
                <a:gd name="p0x3" fmla="*/ 0 w 5090"/>
                <a:gd name="p0y3" fmla="*/ 15 h 15"/>
                <a:gd name="p0x4" fmla="*/ 0 w 509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任意多边形 12"/>
          <p:cNvSpPr/>
          <p:nvPr>
            <p:custDataLst>
              <p:tags r:id="rId20"/>
            </p:custDataLst>
          </p:nvPr>
        </p:nvSpPr>
        <p:spPr>
          <a:xfrm>
            <a:off x="657225" y="29508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4375" y="3007995"/>
            <a:ext cx="152400" cy="152400"/>
          </a:xfrm>
          <a:prstGeom prst="rect">
            <a:avLst/>
          </a:prstGeom>
          <a:noFill/>
        </p:spPr>
      </p:pic>
      <p:sp>
        <p:nvSpPr>
          <p:cNvPr id="16" name="文本框 15"/>
          <p:cNvSpPr txBox="1"/>
          <p:nvPr>
            <p:custDataLst>
              <p:tags r:id="rId24"/>
            </p:custDataLst>
          </p:nvPr>
        </p:nvSpPr>
        <p:spPr>
          <a:xfrm>
            <a:off x="1038225" y="2936824"/>
            <a:ext cx="2476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A5E7A"/>
                </a:solidFill>
                <a:cs typeface="+mn-lt"/>
              </a:rPr>
              <a:t>压降与噪声</a:t>
            </a:r>
            <a:r>
              <a:rPr sz="1500" b="1">
                <a:solidFill>
                  <a:srgbClr val="0D4A63"/>
                </a:solidFill>
                <a:cs typeface="+mn-lt"/>
              </a:rPr>
              <a:t>仿真验证</a:t>
            </a:r>
            <a:r>
              <a:rPr sz="1500">
                <a:solidFill>
                  <a:srgbClr val="1A5E7A"/>
                </a:solidFill>
                <a:cs typeface="+mn-lt"/>
              </a:rPr>
              <a:t>，直流压降、交流噪声</a:t>
            </a:r>
            <a:r>
              <a:rPr sz="1500" b="1">
                <a:solidFill>
                  <a:srgbClr val="0D4A63"/>
                </a:solidFill>
                <a:cs typeface="+mn-lt"/>
              </a:rPr>
              <a:t>均达标</a:t>
            </a:r>
            <a:endParaRPr sz="15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25"/>
            </p:custDataLst>
          </p:nvPr>
        </p:nvSpPr>
        <p:spPr>
          <a:xfrm>
            <a:off x="657225" y="42875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14375" y="4344670"/>
            <a:ext cx="152400" cy="152400"/>
          </a:xfrm>
          <a:prstGeom prst="rect">
            <a:avLst/>
          </a:prstGeom>
          <a:noFill/>
        </p:spPr>
      </p:pic>
      <p:sp>
        <p:nvSpPr>
          <p:cNvPr id="20" name="文本框 19"/>
          <p:cNvSpPr txBox="1"/>
          <p:nvPr>
            <p:custDataLst>
              <p:tags r:id="rId29"/>
            </p:custDataLst>
          </p:nvPr>
        </p:nvSpPr>
        <p:spPr>
          <a:xfrm>
            <a:off x="1038225" y="4273448"/>
            <a:ext cx="28511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A5E7A"/>
                </a:solidFill>
                <a:cs typeface="+mn-lt"/>
              </a:rPr>
              <a:t>关键节点增加</a:t>
            </a:r>
            <a:r>
              <a:rPr sz="1500" b="1">
                <a:solidFill>
                  <a:srgbClr val="0D4A63"/>
                </a:solidFill>
                <a:cs typeface="+mn-lt"/>
              </a:rPr>
              <a:t>去耦电容</a:t>
            </a:r>
            <a:r>
              <a:rPr sz="1500">
                <a:solidFill>
                  <a:srgbClr val="1A5E7A"/>
                </a:solidFill>
                <a:cs typeface="+mn-lt"/>
              </a:rPr>
              <a:t>，优化</a:t>
            </a:r>
            <a:r>
              <a:rPr sz="1500" b="1">
                <a:solidFill>
                  <a:srgbClr val="0D4A63"/>
                </a:solidFill>
                <a:cs typeface="+mn-lt"/>
              </a:rPr>
              <a:t>电源平面</a:t>
            </a:r>
            <a:r>
              <a:rPr sz="1500">
                <a:solidFill>
                  <a:srgbClr val="1A5E7A"/>
                </a:solidFill>
                <a:cs typeface="+mn-lt"/>
              </a:rPr>
              <a:t>设计</a:t>
            </a:r>
            <a:endParaRPr sz="1500">
              <a:solidFill>
                <a:srgbClr val="1A5E7A"/>
              </a:solidFill>
              <a:cs typeface="+mn-lt"/>
            </a:endParaRPr>
          </a:p>
        </p:txBody>
      </p:sp>
      <p:sp>
        <p:nvSpPr>
          <p:cNvPr id="22" name="任意多边形 21"/>
          <p:cNvSpPr/>
          <p:nvPr>
            <p:custDataLst>
              <p:tags r:id="rId30"/>
            </p:custDataLst>
          </p:nvPr>
        </p:nvSpPr>
        <p:spPr>
          <a:xfrm>
            <a:off x="4284345" y="1457325"/>
            <a:ext cx="3622675" cy="4248150"/>
          </a:xfrm>
          <a:custGeom>
            <a:avLst/>
            <a:gdLst>
              <a:gd name="sw" fmla="*/ 1 w 5705"/>
              <a:gd name="sh" fmla="*/ 1 h 6690"/>
              <a:gd name="mins" fmla="min sw sh"/>
              <a:gd name="dsw" fmla="+- 0 sw mins"/>
              <a:gd name="dsh" fmla="+- 0 sh mins"/>
              <a:gd name="p0x0" fmla="*/ 120 w 5705"/>
              <a:gd name="p0y0" fmla="*/ 0 h 6690"/>
              <a:gd name="p0x1" fmla="*/ 5585 w 5705"/>
              <a:gd name="p0y1" fmla="*/ 0 h 6690"/>
              <a:gd name="p0x2" fmla="*/ 5651 w 5705"/>
              <a:gd name="p0y2" fmla="*/ 0 h 6690"/>
              <a:gd name="p0x3" fmla="*/ 5705 w 5705"/>
              <a:gd name="p0y3" fmla="*/ 53 h 6690"/>
              <a:gd name="p0x4" fmla="*/ 5705 w 5705"/>
              <a:gd name="p0y4" fmla="*/ 120 h 6690"/>
              <a:gd name="p0x5" fmla="*/ 5705 w 5705"/>
              <a:gd name="p0y5" fmla="*/ 6570 h 6690"/>
              <a:gd name="p0x6" fmla="*/ 5705 w 5705"/>
              <a:gd name="p0y6" fmla="*/ 6636 h 6690"/>
              <a:gd name="p0x7" fmla="*/ 5651 w 5705"/>
              <a:gd name="p0y7" fmla="*/ 6690 h 6690"/>
              <a:gd name="p0x8" fmla="*/ 5585 w 5705"/>
              <a:gd name="p0y8" fmla="*/ 6690 h 6690"/>
              <a:gd name="p0x9" fmla="*/ 120 w 5705"/>
              <a:gd name="p0y9" fmla="*/ 6690 h 6690"/>
              <a:gd name="p0x10" fmla="*/ 53 w 5705"/>
              <a:gd name="p0y10" fmla="*/ 6690 h 6690"/>
              <a:gd name="p0x11" fmla="*/ 0 w 5705"/>
              <a:gd name="p0y11" fmla="*/ 6636 h 6690"/>
              <a:gd name="p0x12" fmla="*/ 0 w 5705"/>
              <a:gd name="p0y12" fmla="*/ 6570 h 6690"/>
              <a:gd name="p0x13" fmla="*/ 0 w 5705"/>
              <a:gd name="p0y13" fmla="*/ 120 h 6690"/>
              <a:gd name="p0x14" fmla="*/ 0 w 5705"/>
              <a:gd name="p0y14" fmla="*/ 53 h 6690"/>
              <a:gd name="p0x15" fmla="*/ 53 w 5705"/>
              <a:gd name="p0y15" fmla="*/ 0 h 6690"/>
              <a:gd name="p0x16" fmla="*/ 120 w 5705"/>
              <a:gd name="p0y16" fmla="*/ 0 h 6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31"/>
            </p:custDataLst>
          </p:nvPr>
        </p:nvSpPr>
        <p:spPr>
          <a:xfrm>
            <a:off x="4306138" y="1461771"/>
            <a:ext cx="3579724" cy="285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637" h="45">
                <a:moveTo>
                  <a:pt x="94" y="0"/>
                </a:moveTo>
                <a:lnTo>
                  <a:pt x="5544" y="0"/>
                </a:lnTo>
                <a:cubicBezTo>
                  <a:pt x="5582" y="0"/>
                  <a:pt x="5615" y="18"/>
                  <a:pt x="5637" y="45"/>
                </a:cubicBezTo>
                <a:lnTo>
                  <a:pt x="0" y="45"/>
                </a:lnTo>
                <a:cubicBezTo>
                  <a:pt x="22" y="18"/>
                  <a:pt x="56" y="0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32"/>
            </p:custDataLst>
          </p:nvPr>
        </p:nvSpPr>
        <p:spPr>
          <a:xfrm>
            <a:off x="4479925" y="16808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33"/>
            </p:custDataLst>
          </p:nvPr>
        </p:nvSpPr>
        <p:spPr>
          <a:xfrm>
            <a:off x="4556303" y="1752600"/>
            <a:ext cx="34260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02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34"/>
            </p:custDataLst>
          </p:nvPr>
        </p:nvSpPr>
        <p:spPr>
          <a:xfrm>
            <a:off x="4937151" y="1702594"/>
            <a:ext cx="2774975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b="1">
                <a:solidFill>
                  <a:srgbClr val="1A5E7A"/>
                </a:solidFill>
                <a:cs typeface="+mn-lt"/>
              </a:rPr>
              <a:t>DFM</a:t>
            </a:r>
            <a:r>
              <a:rPr lang="zh-CN" b="1">
                <a:solidFill>
                  <a:srgbClr val="1A5E7A"/>
                </a:solidFill>
                <a:cs typeface="+mn-lt"/>
              </a:rPr>
              <a:t>可制造性检查</a:t>
            </a:r>
            <a:endParaRPr lang="zh-CN" b="1">
              <a:solidFill>
                <a:srgbClr val="1A5E7A"/>
              </a:solidFill>
              <a:cs typeface="+mn-lt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4479925" y="2176145"/>
            <a:ext cx="3232150" cy="8890"/>
            <a:chOff x="7055" y="3427"/>
            <a:chExt cx="5090" cy="14"/>
          </a:xfrm>
        </p:grpSpPr>
        <p:sp>
          <p:nvSpPr>
            <p:cNvPr id="27" name="任意多边形 26"/>
            <p:cNvSpPr/>
            <p:nvPr>
              <p:custDataLst>
                <p:tags r:id="rId35"/>
              </p:custDataLst>
            </p:nvPr>
          </p:nvSpPr>
          <p:spPr>
            <a:xfrm>
              <a:off x="7055" y="3427"/>
              <a:ext cx="5090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0 w 5090"/>
                <a:gd name="p0y0" fmla="*/ 0 h 15"/>
                <a:gd name="p0x1" fmla="*/ 5090 w 5090"/>
                <a:gd name="p0y1" fmla="*/ 0 h 15"/>
                <a:gd name="p0x2" fmla="*/ 5090 w 5090"/>
                <a:gd name="p0y2" fmla="*/ 15 h 15"/>
                <a:gd name="p0x3" fmla="*/ 0 w 5090"/>
                <a:gd name="p0y3" fmla="*/ 15 h 15"/>
                <a:gd name="p0x4" fmla="*/ 0 w 509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36"/>
              </p:custDataLst>
            </p:nvPr>
          </p:nvSpPr>
          <p:spPr>
            <a:xfrm>
              <a:off x="7055" y="3427"/>
              <a:ext cx="5090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0 w 5090"/>
                <a:gd name="p0y0" fmla="*/ 0 h 15"/>
                <a:gd name="p0x1" fmla="*/ 5090 w 5090"/>
                <a:gd name="p0y1" fmla="*/ 0 h 15"/>
                <a:gd name="p0x2" fmla="*/ 5090 w 5090"/>
                <a:gd name="p0y2" fmla="*/ 15 h 15"/>
                <a:gd name="p0x3" fmla="*/ 0 w 5090"/>
                <a:gd name="p0y3" fmla="*/ 15 h 15"/>
                <a:gd name="p0x4" fmla="*/ 0 w 509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0" name="任意多边形 29"/>
          <p:cNvSpPr/>
          <p:nvPr>
            <p:custDataLst>
              <p:tags r:id="rId37"/>
            </p:custDataLst>
          </p:nvPr>
        </p:nvSpPr>
        <p:spPr>
          <a:xfrm>
            <a:off x="4479925" y="30524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537075" y="3109595"/>
            <a:ext cx="152400" cy="152400"/>
          </a:xfrm>
          <a:prstGeom prst="rect">
            <a:avLst/>
          </a:prstGeom>
          <a:noFill/>
        </p:spPr>
      </p:pic>
      <p:sp>
        <p:nvSpPr>
          <p:cNvPr id="33" name="文本框 32"/>
          <p:cNvSpPr txBox="1"/>
          <p:nvPr>
            <p:custDataLst>
              <p:tags r:id="rId41"/>
            </p:custDataLst>
          </p:nvPr>
        </p:nvSpPr>
        <p:spPr>
          <a:xfrm>
            <a:off x="4860951" y="3038475"/>
            <a:ext cx="280228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lang="zh-CN" altLang="en-US" sz="1500">
                <a:solidFill>
                  <a:srgbClr val="1A5E7A"/>
                </a:solidFill>
                <a:cs typeface="+mn-lt"/>
              </a:rPr>
              <a:t>嘉立创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DFM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助手</a:t>
            </a:r>
            <a:r>
              <a:rPr sz="1500" b="1">
                <a:solidFill>
                  <a:srgbClr val="0D4A63"/>
                </a:solidFill>
                <a:cs typeface="+mn-lt"/>
              </a:rPr>
              <a:t>全项检查</a:t>
            </a:r>
            <a:r>
              <a:rPr lang="zh-CN" sz="1500">
                <a:solidFill>
                  <a:srgbClr val="1A5E7A"/>
                </a:solidFill>
                <a:cs typeface="+mn-lt"/>
              </a:rPr>
              <a:t>，线宽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/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线距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/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孔径</a:t>
            </a:r>
            <a:r>
              <a:rPr lang="en-US" altLang="zh-CN" sz="1500">
                <a:solidFill>
                  <a:srgbClr val="1A5E7A"/>
                </a:solidFill>
                <a:cs typeface="+mn-lt"/>
              </a:rPr>
              <a:t>/</a:t>
            </a:r>
            <a:r>
              <a:rPr lang="zh-CN" altLang="en-US" sz="1500">
                <a:solidFill>
                  <a:srgbClr val="1A5E7A"/>
                </a:solidFill>
                <a:cs typeface="+mn-lt"/>
              </a:rPr>
              <a:t>焊盘</a:t>
            </a:r>
            <a:r>
              <a:rPr sz="1500" b="1">
                <a:solidFill>
                  <a:srgbClr val="0D4A63"/>
                </a:solidFill>
                <a:cs typeface="+mn-lt"/>
              </a:rPr>
              <a:t>合规</a:t>
            </a:r>
            <a:endParaRPr sz="15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34" name="任意多边形 33"/>
          <p:cNvSpPr/>
          <p:nvPr>
            <p:custDataLst>
              <p:tags r:id="rId42"/>
            </p:custDataLst>
          </p:nvPr>
        </p:nvSpPr>
        <p:spPr>
          <a:xfrm>
            <a:off x="4479925" y="44907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537075" y="4547870"/>
            <a:ext cx="152400" cy="152400"/>
          </a:xfrm>
          <a:prstGeom prst="rect">
            <a:avLst/>
          </a:prstGeom>
          <a:noFill/>
        </p:spPr>
      </p:pic>
      <p:sp>
        <p:nvSpPr>
          <p:cNvPr id="37" name="文本框 36"/>
          <p:cNvSpPr txBox="1"/>
          <p:nvPr>
            <p:custDataLst>
              <p:tags r:id="rId46"/>
            </p:custDataLst>
          </p:nvPr>
        </p:nvSpPr>
        <p:spPr>
          <a:xfrm>
            <a:off x="4860951" y="4476750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1A5E7A"/>
                </a:solidFill>
                <a:cs typeface="+mn-lt"/>
              </a:rPr>
              <a:t>逐条优化确保</a:t>
            </a:r>
            <a:r>
              <a:rPr sz="1500" b="1">
                <a:solidFill>
                  <a:srgbClr val="0D4A63"/>
                </a:solidFill>
                <a:cs typeface="+mn-lt"/>
              </a:rPr>
              <a:t>顺利量产</a:t>
            </a:r>
            <a:endParaRPr sz="15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39" name="任意多边形 38"/>
          <p:cNvSpPr/>
          <p:nvPr>
            <p:custDataLst>
              <p:tags r:id="rId47"/>
            </p:custDataLst>
          </p:nvPr>
        </p:nvSpPr>
        <p:spPr>
          <a:xfrm>
            <a:off x="8107045" y="1457325"/>
            <a:ext cx="3622675" cy="4248150"/>
          </a:xfrm>
          <a:custGeom>
            <a:avLst/>
            <a:gdLst>
              <a:gd name="sw" fmla="*/ 1 w 5705"/>
              <a:gd name="sh" fmla="*/ 1 h 6690"/>
              <a:gd name="mins" fmla="min sw sh"/>
              <a:gd name="dsw" fmla="+- 0 sw mins"/>
              <a:gd name="dsh" fmla="+- 0 sh mins"/>
              <a:gd name="p0x0" fmla="*/ 120 w 5705"/>
              <a:gd name="p0y0" fmla="*/ 0 h 6690"/>
              <a:gd name="p0x1" fmla="*/ 5585 w 5705"/>
              <a:gd name="p0y1" fmla="*/ 0 h 6690"/>
              <a:gd name="p0x2" fmla="*/ 5651 w 5705"/>
              <a:gd name="p0y2" fmla="*/ 0 h 6690"/>
              <a:gd name="p0x3" fmla="*/ 5705 w 5705"/>
              <a:gd name="p0y3" fmla="*/ 53 h 6690"/>
              <a:gd name="p0x4" fmla="*/ 5705 w 5705"/>
              <a:gd name="p0y4" fmla="*/ 120 h 6690"/>
              <a:gd name="p0x5" fmla="*/ 5705 w 5705"/>
              <a:gd name="p0y5" fmla="*/ 6570 h 6690"/>
              <a:gd name="p0x6" fmla="*/ 5705 w 5705"/>
              <a:gd name="p0y6" fmla="*/ 6636 h 6690"/>
              <a:gd name="p0x7" fmla="*/ 5651 w 5705"/>
              <a:gd name="p0y7" fmla="*/ 6690 h 6690"/>
              <a:gd name="p0x8" fmla="*/ 5585 w 5705"/>
              <a:gd name="p0y8" fmla="*/ 6690 h 6690"/>
              <a:gd name="p0x9" fmla="*/ 120 w 5705"/>
              <a:gd name="p0y9" fmla="*/ 6690 h 6690"/>
              <a:gd name="p0x10" fmla="*/ 53 w 5705"/>
              <a:gd name="p0y10" fmla="*/ 6690 h 6690"/>
              <a:gd name="p0x11" fmla="*/ 0 w 5705"/>
              <a:gd name="p0y11" fmla="*/ 6636 h 6690"/>
              <a:gd name="p0x12" fmla="*/ 0 w 5705"/>
              <a:gd name="p0y12" fmla="*/ 6570 h 6690"/>
              <a:gd name="p0x13" fmla="*/ 0 w 5705"/>
              <a:gd name="p0y13" fmla="*/ 120 h 6690"/>
              <a:gd name="p0x14" fmla="*/ 0 w 5705"/>
              <a:gd name="p0y14" fmla="*/ 53 h 6690"/>
              <a:gd name="p0x15" fmla="*/ 53 w 5705"/>
              <a:gd name="p0y15" fmla="*/ 0 h 6690"/>
              <a:gd name="p0x16" fmla="*/ 120 w 5705"/>
              <a:gd name="p0y16" fmla="*/ 0 h 6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48"/>
            </p:custDataLst>
          </p:nvPr>
        </p:nvSpPr>
        <p:spPr>
          <a:xfrm>
            <a:off x="8128838" y="1461771"/>
            <a:ext cx="3579724" cy="285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637" h="45">
                <a:moveTo>
                  <a:pt x="94" y="0"/>
                </a:moveTo>
                <a:lnTo>
                  <a:pt x="5544" y="0"/>
                </a:lnTo>
                <a:cubicBezTo>
                  <a:pt x="5582" y="0"/>
                  <a:pt x="5615" y="18"/>
                  <a:pt x="5637" y="45"/>
                </a:cubicBezTo>
                <a:lnTo>
                  <a:pt x="0" y="45"/>
                </a:lnTo>
                <a:cubicBezTo>
                  <a:pt x="22" y="18"/>
                  <a:pt x="56" y="0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49"/>
            </p:custDataLst>
          </p:nvPr>
        </p:nvSpPr>
        <p:spPr>
          <a:xfrm>
            <a:off x="8302625" y="16808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50"/>
            </p:custDataLst>
          </p:nvPr>
        </p:nvSpPr>
        <p:spPr>
          <a:xfrm>
            <a:off x="8379028" y="1752600"/>
            <a:ext cx="34260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03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43" name="文本框 42"/>
          <p:cNvSpPr txBox="1"/>
          <p:nvPr>
            <p:custDataLst>
              <p:tags r:id="rId51"/>
            </p:custDataLst>
          </p:nvPr>
        </p:nvSpPr>
        <p:spPr>
          <a:xfrm>
            <a:off x="8759876" y="1702594"/>
            <a:ext cx="2774975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b="1">
                <a:solidFill>
                  <a:srgbClr val="1A5E7A"/>
                </a:solidFill>
                <a:cs typeface="+mn-lt"/>
              </a:rPr>
              <a:t>生产文件包</a:t>
            </a:r>
            <a:endParaRPr b="1">
              <a:solidFill>
                <a:srgbClr val="1A5E7A"/>
              </a:solidFill>
              <a:cs typeface="+mn-lt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8302625" y="2176145"/>
            <a:ext cx="3232150" cy="8890"/>
            <a:chOff x="13075" y="3427"/>
            <a:chExt cx="5090" cy="14"/>
          </a:xfrm>
        </p:grpSpPr>
        <p:sp>
          <p:nvSpPr>
            <p:cNvPr id="44" name="任意多边形 43"/>
            <p:cNvSpPr/>
            <p:nvPr>
              <p:custDataLst>
                <p:tags r:id="rId52"/>
              </p:custDataLst>
            </p:nvPr>
          </p:nvSpPr>
          <p:spPr>
            <a:xfrm>
              <a:off x="13075" y="3427"/>
              <a:ext cx="5090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0 w 5090"/>
                <a:gd name="p0y0" fmla="*/ 0 h 15"/>
                <a:gd name="p0x1" fmla="*/ 5090 w 5090"/>
                <a:gd name="p0y1" fmla="*/ 0 h 15"/>
                <a:gd name="p0x2" fmla="*/ 5090 w 5090"/>
                <a:gd name="p0y2" fmla="*/ 15 h 15"/>
                <a:gd name="p0x3" fmla="*/ 0 w 5090"/>
                <a:gd name="p0y3" fmla="*/ 15 h 15"/>
                <a:gd name="p0x4" fmla="*/ 0 w 509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>
              <p:custDataLst>
                <p:tags r:id="rId53"/>
              </p:custDataLst>
            </p:nvPr>
          </p:nvSpPr>
          <p:spPr>
            <a:xfrm>
              <a:off x="13075" y="3427"/>
              <a:ext cx="5090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0 w 5090"/>
                <a:gd name="p0y0" fmla="*/ 0 h 15"/>
                <a:gd name="p0x1" fmla="*/ 5090 w 5090"/>
                <a:gd name="p0y1" fmla="*/ 0 h 15"/>
                <a:gd name="p0x2" fmla="*/ 5090 w 5090"/>
                <a:gd name="p0y2" fmla="*/ 15 h 15"/>
                <a:gd name="p0x3" fmla="*/ 0 w 5090"/>
                <a:gd name="p0y3" fmla="*/ 15 h 15"/>
                <a:gd name="p0x4" fmla="*/ 0 w 509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14902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7" name="任意多边形 46"/>
          <p:cNvSpPr/>
          <p:nvPr>
            <p:custDataLst>
              <p:tags r:id="rId54"/>
            </p:custDataLst>
          </p:nvPr>
        </p:nvSpPr>
        <p:spPr>
          <a:xfrm>
            <a:off x="8307070" y="2343150"/>
            <a:ext cx="1549400" cy="1266825"/>
          </a:xfrm>
          <a:custGeom>
            <a:avLst/>
            <a:gdLst>
              <a:gd name="sw" fmla="*/ 1 w 2439"/>
              <a:gd name="sh" fmla="*/ 1 h 1995"/>
              <a:gd name="mins" fmla="min sw sh"/>
              <a:gd name="dsw" fmla="+- 0 sw mins"/>
              <a:gd name="dsh" fmla="+- 0 sh mins"/>
              <a:gd name="p0x0" fmla="*/ 60 w 2439"/>
              <a:gd name="p0y0" fmla="*/ 0 h 1995"/>
              <a:gd name="p0x1" fmla="*/ 2379 w 2439"/>
              <a:gd name="p0y1" fmla="*/ 0 h 1995"/>
              <a:gd name="p0x2" fmla="*/ 2413 w 2439"/>
              <a:gd name="p0y2" fmla="*/ 0 h 1995"/>
              <a:gd name="p0x3" fmla="*/ 2439 w 2439"/>
              <a:gd name="p0y3" fmla="*/ 26 h 1995"/>
              <a:gd name="p0x4" fmla="*/ 2439 w 2439"/>
              <a:gd name="p0y4" fmla="*/ 60 h 1995"/>
              <a:gd name="p0x5" fmla="*/ 2439 w 2439"/>
              <a:gd name="p0y5" fmla="*/ 1935 h 1995"/>
              <a:gd name="p0x6" fmla="*/ 2439 w 2439"/>
              <a:gd name="p0y6" fmla="*/ 1968 h 1995"/>
              <a:gd name="p0x7" fmla="*/ 2413 w 2439"/>
              <a:gd name="p0y7" fmla="*/ 1995 h 1995"/>
              <a:gd name="p0x8" fmla="*/ 2379 w 2439"/>
              <a:gd name="p0y8" fmla="*/ 1995 h 1995"/>
              <a:gd name="p0x9" fmla="*/ 60 w 2439"/>
              <a:gd name="p0y9" fmla="*/ 1995 h 1995"/>
              <a:gd name="p0x10" fmla="*/ 26 w 2439"/>
              <a:gd name="p0y10" fmla="*/ 1995 h 1995"/>
              <a:gd name="p0x11" fmla="*/ 0 w 2439"/>
              <a:gd name="p0y11" fmla="*/ 1968 h 1995"/>
              <a:gd name="p0x12" fmla="*/ 0 w 2439"/>
              <a:gd name="p0y12" fmla="*/ 1935 h 1995"/>
              <a:gd name="p0x13" fmla="*/ 0 w 2439"/>
              <a:gd name="p0y13" fmla="*/ 60 h 1995"/>
              <a:gd name="p0x14" fmla="*/ 0 w 2439"/>
              <a:gd name="p0y14" fmla="*/ 26 h 1995"/>
              <a:gd name="p0x15" fmla="*/ 26 w 2439"/>
              <a:gd name="p0y15" fmla="*/ 0 h 1995"/>
              <a:gd name="p0x16" fmla="*/ 60 w 2439"/>
              <a:gd name="p0y16" fmla="*/ 0 h 19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0769"/>
              <a:lumOff val="89231"/>
            </a:schemeClr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55"/>
            </p:custDataLst>
          </p:nvPr>
        </p:nvSpPr>
        <p:spPr>
          <a:xfrm>
            <a:off x="8426501" y="2738438"/>
            <a:ext cx="13112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Gerber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49" name="文本框 48"/>
          <p:cNvSpPr txBox="1"/>
          <p:nvPr>
            <p:custDataLst>
              <p:tags r:id="rId56"/>
            </p:custDataLst>
          </p:nvPr>
        </p:nvSpPr>
        <p:spPr>
          <a:xfrm>
            <a:off x="8426501" y="2962275"/>
            <a:ext cx="13112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1A5E7A"/>
                </a:solidFill>
                <a:cs typeface="+mn-lt"/>
              </a:rPr>
              <a:t>全层信息</a:t>
            </a:r>
            <a:endParaRPr sz="1500">
              <a:solidFill>
                <a:srgbClr val="1A5E7A"/>
              </a:solidFill>
              <a:cs typeface="+mn-lt"/>
            </a:endParaRPr>
          </a:p>
        </p:txBody>
      </p:sp>
      <p:sp>
        <p:nvSpPr>
          <p:cNvPr id="50" name="任意多边形 49"/>
          <p:cNvSpPr/>
          <p:nvPr>
            <p:custDataLst>
              <p:tags r:id="rId57"/>
            </p:custDataLst>
          </p:nvPr>
        </p:nvSpPr>
        <p:spPr>
          <a:xfrm>
            <a:off x="9980295" y="2343150"/>
            <a:ext cx="1549400" cy="1266825"/>
          </a:xfrm>
          <a:custGeom>
            <a:avLst/>
            <a:gdLst>
              <a:gd name="sw" fmla="*/ 1 w 2440"/>
              <a:gd name="sh" fmla="*/ 1 h 1995"/>
              <a:gd name="mins" fmla="min sw sh"/>
              <a:gd name="dsw" fmla="+- 0 sw mins"/>
              <a:gd name="dsh" fmla="+- 0 sh mins"/>
              <a:gd name="p0x0" fmla="*/ 60 w 2440"/>
              <a:gd name="p0y0" fmla="*/ 0 h 1995"/>
              <a:gd name="p0x1" fmla="*/ 2380 w 2440"/>
              <a:gd name="p0y1" fmla="*/ 0 h 1995"/>
              <a:gd name="p0x2" fmla="*/ 2413 w 2440"/>
              <a:gd name="p0y2" fmla="*/ 0 h 1995"/>
              <a:gd name="p0x3" fmla="*/ 2440 w 2440"/>
              <a:gd name="p0y3" fmla="*/ 26 h 1995"/>
              <a:gd name="p0x4" fmla="*/ 2440 w 2440"/>
              <a:gd name="p0y4" fmla="*/ 60 h 1995"/>
              <a:gd name="p0x5" fmla="*/ 2440 w 2440"/>
              <a:gd name="p0y5" fmla="*/ 1935 h 1995"/>
              <a:gd name="p0x6" fmla="*/ 2440 w 2440"/>
              <a:gd name="p0y6" fmla="*/ 1968 h 1995"/>
              <a:gd name="p0x7" fmla="*/ 2413 w 2440"/>
              <a:gd name="p0y7" fmla="*/ 1995 h 1995"/>
              <a:gd name="p0x8" fmla="*/ 2380 w 2440"/>
              <a:gd name="p0y8" fmla="*/ 1995 h 1995"/>
              <a:gd name="p0x9" fmla="*/ 60 w 2440"/>
              <a:gd name="p0y9" fmla="*/ 1995 h 1995"/>
              <a:gd name="p0x10" fmla="*/ 26 w 2440"/>
              <a:gd name="p0y10" fmla="*/ 1995 h 1995"/>
              <a:gd name="p0x11" fmla="*/ 0 w 2440"/>
              <a:gd name="p0y11" fmla="*/ 1968 h 1995"/>
              <a:gd name="p0x12" fmla="*/ 0 w 2440"/>
              <a:gd name="p0y12" fmla="*/ 1935 h 1995"/>
              <a:gd name="p0x13" fmla="*/ 0 w 2440"/>
              <a:gd name="p0y13" fmla="*/ 60 h 1995"/>
              <a:gd name="p0x14" fmla="*/ 0 w 2440"/>
              <a:gd name="p0y14" fmla="*/ 26 h 1995"/>
              <a:gd name="p0x15" fmla="*/ 26 w 2440"/>
              <a:gd name="p0y15" fmla="*/ 0 h 1995"/>
              <a:gd name="p0x16" fmla="*/ 60 w 2440"/>
              <a:gd name="p0y16" fmla="*/ 0 h 19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0769"/>
              <a:lumOff val="89231"/>
            </a:schemeClr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58"/>
            </p:custDataLst>
          </p:nvPr>
        </p:nvSpPr>
        <p:spPr>
          <a:xfrm>
            <a:off x="10099701" y="2738438"/>
            <a:ext cx="131132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钻孔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52" name="文本框 51"/>
          <p:cNvSpPr txBox="1"/>
          <p:nvPr>
            <p:custDataLst>
              <p:tags r:id="rId59"/>
            </p:custDataLst>
          </p:nvPr>
        </p:nvSpPr>
        <p:spPr>
          <a:xfrm>
            <a:off x="10099701" y="2962275"/>
            <a:ext cx="131132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1A5E7A"/>
                </a:solidFill>
                <a:cs typeface="+mn-lt"/>
              </a:rPr>
              <a:t>孔位尺寸</a:t>
            </a:r>
            <a:endParaRPr sz="1500">
              <a:solidFill>
                <a:srgbClr val="1A5E7A"/>
              </a:solidFill>
              <a:cs typeface="+mn-lt"/>
            </a:endParaRPr>
          </a:p>
        </p:txBody>
      </p:sp>
      <p:sp>
        <p:nvSpPr>
          <p:cNvPr id="53" name="任意多边形 52"/>
          <p:cNvSpPr/>
          <p:nvPr>
            <p:custDataLst>
              <p:tags r:id="rId60"/>
            </p:custDataLst>
          </p:nvPr>
        </p:nvSpPr>
        <p:spPr>
          <a:xfrm>
            <a:off x="8307070" y="3733800"/>
            <a:ext cx="1549400" cy="1266825"/>
          </a:xfrm>
          <a:custGeom>
            <a:avLst/>
            <a:gdLst>
              <a:gd name="sw" fmla="*/ 1 w 2439"/>
              <a:gd name="sh" fmla="*/ 1 h 1995"/>
              <a:gd name="mins" fmla="min sw sh"/>
              <a:gd name="dsw" fmla="+- 0 sw mins"/>
              <a:gd name="dsh" fmla="+- 0 sh mins"/>
              <a:gd name="p0x0" fmla="*/ 60 w 2439"/>
              <a:gd name="p0y0" fmla="*/ 0 h 1995"/>
              <a:gd name="p0x1" fmla="*/ 2379 w 2439"/>
              <a:gd name="p0y1" fmla="*/ 0 h 1995"/>
              <a:gd name="p0x2" fmla="*/ 2413 w 2439"/>
              <a:gd name="p0y2" fmla="*/ 0 h 1995"/>
              <a:gd name="p0x3" fmla="*/ 2439 w 2439"/>
              <a:gd name="p0y3" fmla="*/ 26 h 1995"/>
              <a:gd name="p0x4" fmla="*/ 2439 w 2439"/>
              <a:gd name="p0y4" fmla="*/ 60 h 1995"/>
              <a:gd name="p0x5" fmla="*/ 2439 w 2439"/>
              <a:gd name="p0y5" fmla="*/ 1935 h 1995"/>
              <a:gd name="p0x6" fmla="*/ 2439 w 2439"/>
              <a:gd name="p0y6" fmla="*/ 1968 h 1995"/>
              <a:gd name="p0x7" fmla="*/ 2413 w 2439"/>
              <a:gd name="p0y7" fmla="*/ 1995 h 1995"/>
              <a:gd name="p0x8" fmla="*/ 2379 w 2439"/>
              <a:gd name="p0y8" fmla="*/ 1995 h 1995"/>
              <a:gd name="p0x9" fmla="*/ 60 w 2439"/>
              <a:gd name="p0y9" fmla="*/ 1995 h 1995"/>
              <a:gd name="p0x10" fmla="*/ 26 w 2439"/>
              <a:gd name="p0y10" fmla="*/ 1995 h 1995"/>
              <a:gd name="p0x11" fmla="*/ 0 w 2439"/>
              <a:gd name="p0y11" fmla="*/ 1968 h 1995"/>
              <a:gd name="p0x12" fmla="*/ 0 w 2439"/>
              <a:gd name="p0y12" fmla="*/ 1935 h 1995"/>
              <a:gd name="p0x13" fmla="*/ 0 w 2439"/>
              <a:gd name="p0y13" fmla="*/ 60 h 1995"/>
              <a:gd name="p0x14" fmla="*/ 0 w 2439"/>
              <a:gd name="p0y14" fmla="*/ 26 h 1995"/>
              <a:gd name="p0x15" fmla="*/ 26 w 2439"/>
              <a:gd name="p0y15" fmla="*/ 0 h 1995"/>
              <a:gd name="p0x16" fmla="*/ 60 w 2439"/>
              <a:gd name="p0y16" fmla="*/ 0 h 19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0769"/>
              <a:lumOff val="89231"/>
            </a:schemeClr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61"/>
            </p:custDataLst>
          </p:nvPr>
        </p:nvSpPr>
        <p:spPr>
          <a:xfrm>
            <a:off x="8426501" y="4129088"/>
            <a:ext cx="13112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钢网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55" name="文本框 54"/>
          <p:cNvSpPr txBox="1"/>
          <p:nvPr>
            <p:custDataLst>
              <p:tags r:id="rId62"/>
            </p:custDataLst>
          </p:nvPr>
        </p:nvSpPr>
        <p:spPr>
          <a:xfrm>
            <a:off x="8426501" y="4352925"/>
            <a:ext cx="13112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1A5E7A"/>
                </a:solidFill>
                <a:cs typeface="+mn-lt"/>
              </a:rPr>
              <a:t>锡膏印刷</a:t>
            </a:r>
            <a:endParaRPr sz="1500">
              <a:solidFill>
                <a:srgbClr val="1A5E7A"/>
              </a:solidFill>
              <a:cs typeface="+mn-lt"/>
            </a:endParaRPr>
          </a:p>
        </p:txBody>
      </p:sp>
      <p:sp>
        <p:nvSpPr>
          <p:cNvPr id="56" name="任意多边形 55"/>
          <p:cNvSpPr/>
          <p:nvPr>
            <p:custDataLst>
              <p:tags r:id="rId63"/>
            </p:custDataLst>
          </p:nvPr>
        </p:nvSpPr>
        <p:spPr>
          <a:xfrm>
            <a:off x="9980295" y="3733800"/>
            <a:ext cx="1549400" cy="1266825"/>
          </a:xfrm>
          <a:custGeom>
            <a:avLst/>
            <a:gdLst>
              <a:gd name="sw" fmla="*/ 1 w 2440"/>
              <a:gd name="sh" fmla="*/ 1 h 1995"/>
              <a:gd name="mins" fmla="min sw sh"/>
              <a:gd name="dsw" fmla="+- 0 sw mins"/>
              <a:gd name="dsh" fmla="+- 0 sh mins"/>
              <a:gd name="p0x0" fmla="*/ 60 w 2440"/>
              <a:gd name="p0y0" fmla="*/ 0 h 1995"/>
              <a:gd name="p0x1" fmla="*/ 2380 w 2440"/>
              <a:gd name="p0y1" fmla="*/ 0 h 1995"/>
              <a:gd name="p0x2" fmla="*/ 2413 w 2440"/>
              <a:gd name="p0y2" fmla="*/ 0 h 1995"/>
              <a:gd name="p0x3" fmla="*/ 2440 w 2440"/>
              <a:gd name="p0y3" fmla="*/ 26 h 1995"/>
              <a:gd name="p0x4" fmla="*/ 2440 w 2440"/>
              <a:gd name="p0y4" fmla="*/ 60 h 1995"/>
              <a:gd name="p0x5" fmla="*/ 2440 w 2440"/>
              <a:gd name="p0y5" fmla="*/ 1935 h 1995"/>
              <a:gd name="p0x6" fmla="*/ 2440 w 2440"/>
              <a:gd name="p0y6" fmla="*/ 1968 h 1995"/>
              <a:gd name="p0x7" fmla="*/ 2413 w 2440"/>
              <a:gd name="p0y7" fmla="*/ 1995 h 1995"/>
              <a:gd name="p0x8" fmla="*/ 2380 w 2440"/>
              <a:gd name="p0y8" fmla="*/ 1995 h 1995"/>
              <a:gd name="p0x9" fmla="*/ 60 w 2440"/>
              <a:gd name="p0y9" fmla="*/ 1995 h 1995"/>
              <a:gd name="p0x10" fmla="*/ 26 w 2440"/>
              <a:gd name="p0y10" fmla="*/ 1995 h 1995"/>
              <a:gd name="p0x11" fmla="*/ 0 w 2440"/>
              <a:gd name="p0y11" fmla="*/ 1968 h 1995"/>
              <a:gd name="p0x12" fmla="*/ 0 w 2440"/>
              <a:gd name="p0y12" fmla="*/ 1935 h 1995"/>
              <a:gd name="p0x13" fmla="*/ 0 w 2440"/>
              <a:gd name="p0y13" fmla="*/ 60 h 1995"/>
              <a:gd name="p0x14" fmla="*/ 0 w 2440"/>
              <a:gd name="p0y14" fmla="*/ 26 h 1995"/>
              <a:gd name="p0x15" fmla="*/ 26 w 2440"/>
              <a:gd name="p0y15" fmla="*/ 0 h 1995"/>
              <a:gd name="p0x16" fmla="*/ 60 w 2440"/>
              <a:gd name="p0y16" fmla="*/ 0 h 19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0769"/>
              <a:lumOff val="89231"/>
            </a:schemeClr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64"/>
            </p:custDataLst>
          </p:nvPr>
        </p:nvSpPr>
        <p:spPr>
          <a:xfrm>
            <a:off x="10099701" y="4129088"/>
            <a:ext cx="131132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贴片坐标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58" name="文本框 57"/>
          <p:cNvSpPr txBox="1"/>
          <p:nvPr>
            <p:custDataLst>
              <p:tags r:id="rId65"/>
            </p:custDataLst>
          </p:nvPr>
        </p:nvSpPr>
        <p:spPr>
          <a:xfrm>
            <a:off x="10099701" y="4352925"/>
            <a:ext cx="131132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1A5E7A"/>
                </a:solidFill>
                <a:cs typeface="+mn-lt"/>
              </a:rPr>
              <a:t>自动编程</a:t>
            </a:r>
            <a:endParaRPr sz="1500">
              <a:solidFill>
                <a:srgbClr val="1A5E7A"/>
              </a:solidFill>
              <a:cs typeface="+mn-lt"/>
            </a:endParaRPr>
          </a:p>
        </p:txBody>
      </p:sp>
      <p:sp>
        <p:nvSpPr>
          <p:cNvPr id="59" name="任意多边形 58"/>
          <p:cNvSpPr/>
          <p:nvPr>
            <p:custDataLst>
              <p:tags r:id="rId66"/>
            </p:custDataLst>
          </p:nvPr>
        </p:nvSpPr>
        <p:spPr>
          <a:xfrm>
            <a:off x="8302625" y="5119370"/>
            <a:ext cx="3232150" cy="390525"/>
          </a:xfrm>
          <a:custGeom>
            <a:avLst/>
            <a:gdLst>
              <a:gd name="sw" fmla="*/ 1 w 5090"/>
              <a:gd name="sh" fmla="*/ 1 h 615"/>
              <a:gd name="mins" fmla="min sw sh"/>
              <a:gd name="dsw" fmla="+- 0 sw mins"/>
              <a:gd name="dsh" fmla="+- 0 sh mins"/>
              <a:gd name="p0x0" fmla="*/ 60 w 5090"/>
              <a:gd name="p0y0" fmla="*/ 0 h 615"/>
              <a:gd name="p0x1" fmla="*/ 5030 w 5090"/>
              <a:gd name="p0y1" fmla="*/ 0 h 615"/>
              <a:gd name="p0x2" fmla="*/ 5063 w 5090"/>
              <a:gd name="p0y2" fmla="*/ 0 h 615"/>
              <a:gd name="p0x3" fmla="*/ 5090 w 5090"/>
              <a:gd name="p0y3" fmla="*/ 26 h 615"/>
              <a:gd name="p0x4" fmla="*/ 5090 w 5090"/>
              <a:gd name="p0y4" fmla="*/ 60 h 615"/>
              <a:gd name="p0x5" fmla="*/ 5090 w 5090"/>
              <a:gd name="p0y5" fmla="*/ 555 h 615"/>
              <a:gd name="p0x6" fmla="*/ 5090 w 5090"/>
              <a:gd name="p0y6" fmla="*/ 588 h 615"/>
              <a:gd name="p0x7" fmla="*/ 5063 w 5090"/>
              <a:gd name="p0y7" fmla="*/ 615 h 615"/>
              <a:gd name="p0x8" fmla="*/ 5030 w 5090"/>
              <a:gd name="p0y8" fmla="*/ 615 h 615"/>
              <a:gd name="p0x9" fmla="*/ 60 w 5090"/>
              <a:gd name="p0y9" fmla="*/ 615 h 615"/>
              <a:gd name="p0x10" fmla="*/ 26 w 5090"/>
              <a:gd name="p0y10" fmla="*/ 615 h 615"/>
              <a:gd name="p0x11" fmla="*/ 0 w 5090"/>
              <a:gd name="p0y11" fmla="*/ 588 h 615"/>
              <a:gd name="p0x12" fmla="*/ 0 w 5090"/>
              <a:gd name="p0y12" fmla="*/ 555 h 615"/>
              <a:gd name="p0x13" fmla="*/ 0 w 5090"/>
              <a:gd name="p0y13" fmla="*/ 60 h 615"/>
              <a:gd name="p0x14" fmla="*/ 0 w 5090"/>
              <a:gd name="p0y14" fmla="*/ 26 h 615"/>
              <a:gd name="p0x15" fmla="*/ 26 w 5090"/>
              <a:gd name="p0y15" fmla="*/ 0 h 615"/>
              <a:gd name="p0x16" fmla="*/ 60 w 5090"/>
              <a:gd name="p0y16" fmla="*/ 0 h 6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F7E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>
            <p:custDataLst>
              <p:tags r:id="rId67"/>
            </p:custDataLst>
          </p:nvPr>
        </p:nvSpPr>
        <p:spPr>
          <a:xfrm>
            <a:off x="8416976" y="5181600"/>
            <a:ext cx="30035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rgbClr val="005A26"/>
                </a:solidFill>
                <a:cs typeface="+mn-lt"/>
              </a:rPr>
              <a:t>最终</a:t>
            </a:r>
            <a:r>
              <a:rPr lang="en-US" altLang="zh-CN" sz="1500">
                <a:solidFill>
                  <a:srgbClr val="005A26"/>
                </a:solidFill>
                <a:cs typeface="+mn-lt"/>
              </a:rPr>
              <a:t> BOM </a:t>
            </a:r>
            <a:r>
              <a:rPr lang="zh-CN" altLang="en-US" sz="1500">
                <a:solidFill>
                  <a:srgbClr val="005A26"/>
                </a:solidFill>
                <a:cs typeface="+mn-lt"/>
              </a:rPr>
              <a:t>注明贴片工艺要求</a:t>
            </a:r>
            <a:endParaRPr lang="zh-CN" altLang="en-US" sz="1500">
              <a:solidFill>
                <a:srgbClr val="005A26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640681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666750" y="4350385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460909"/>
            <a:ext cx="5334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成本控制与项目成果</a:t>
            </a:r>
            <a:endParaRPr sz="4200" b="1">
              <a:solidFill>
                <a:srgbClr val="1A5E7A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666750" y="4593431"/>
            <a:ext cx="39814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 spc="30">
                <a:solidFill>
                  <a:srgbClr val="4A7A8F"/>
                </a:solidFill>
                <a:cs typeface="+mn-lt"/>
              </a:rPr>
              <a:t>15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元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BOM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成本，五大技术突破</a:t>
            </a:r>
            <a:endParaRPr lang="zh-CN" altLang="en-US" sz="1500" spc="30">
              <a:solidFill>
                <a:srgbClr val="4A7A8F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7A8F"/>
                </a:solidFill>
                <a:cs typeface="+mn-lt"/>
              </a:rPr>
              <a:t>性能与成本的精准平衡，开源硬件的成功实践</a:t>
            </a:r>
            <a:endParaRPr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 rot="2700000">
            <a:off x="666115" y="1704975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819910" y="172402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666750" y="2050256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2AA4D0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05</a:t>
            </a:r>
            <a:endParaRPr sz="9000" b="1">
              <a:solidFill>
                <a:srgbClr val="2AA4D0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57200" y="433388"/>
            <a:ext cx="112776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3000" b="1">
                <a:solidFill>
                  <a:srgbClr val="1A5E7A"/>
                </a:solidFill>
                <a:cs typeface="+mn-lt"/>
              </a:rPr>
              <a:t>15</a:t>
            </a:r>
            <a:r>
              <a:rPr lang="zh-CN" altLang="en-US" sz="3000" b="1">
                <a:solidFill>
                  <a:srgbClr val="1A5E7A"/>
                </a:solidFill>
                <a:cs typeface="+mn-lt"/>
              </a:rPr>
              <a:t>元</a:t>
            </a:r>
            <a:r>
              <a:rPr lang="en-US" altLang="zh-CN" sz="3000" b="1">
                <a:solidFill>
                  <a:srgbClr val="1A5E7A"/>
                </a:solidFill>
                <a:cs typeface="+mn-lt"/>
              </a:rPr>
              <a:t>BOM</a:t>
            </a:r>
            <a:r>
              <a:rPr lang="zh-CN" altLang="en-US" sz="3000" b="1">
                <a:solidFill>
                  <a:srgbClr val="1A5E7A"/>
                </a:solidFill>
                <a:cs typeface="+mn-lt"/>
              </a:rPr>
              <a:t>成本控制策略</a:t>
            </a:r>
            <a:endParaRPr lang="zh-CN" altLang="en-US" sz="30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57200" y="995363"/>
            <a:ext cx="112776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7A8F"/>
                </a:solidFill>
                <a:cs typeface="+mn-lt"/>
              </a:rPr>
              <a:t>性能与成本的精准平衡是商业化落地的关键</a:t>
            </a:r>
            <a:endParaRPr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461645" y="1547495"/>
            <a:ext cx="11268075" cy="962025"/>
          </a:xfrm>
          <a:custGeom>
            <a:avLst/>
            <a:gdLst>
              <a:gd name="sw" fmla="*/ 1 w 17745"/>
              <a:gd name="sh" fmla="*/ 1 h 1515"/>
              <a:gd name="mins" fmla="min sw sh"/>
              <a:gd name="dsw" fmla="+- 0 sw mins"/>
              <a:gd name="dsh" fmla="+- 0 sh mins"/>
              <a:gd name="p0x0" fmla="*/ 240 w 17745"/>
              <a:gd name="p0y0" fmla="*/ 0 h 1515"/>
              <a:gd name="p0x1" fmla="*/ 17505 w 17745"/>
              <a:gd name="p0y1" fmla="*/ 0 h 1515"/>
              <a:gd name="p0x2" fmla="*/ 17637 w 17745"/>
              <a:gd name="p0y2" fmla="*/ 0 h 1515"/>
              <a:gd name="p0x3" fmla="*/ 17745 w 17745"/>
              <a:gd name="p0y3" fmla="*/ 107 h 1515"/>
              <a:gd name="p0x4" fmla="*/ 17745 w 17745"/>
              <a:gd name="p0y4" fmla="*/ 240 h 1515"/>
              <a:gd name="p0x5" fmla="*/ 17745 w 17745"/>
              <a:gd name="p0y5" fmla="*/ 1275 h 1515"/>
              <a:gd name="p0x6" fmla="*/ 17745 w 17745"/>
              <a:gd name="p0y6" fmla="*/ 1407 h 1515"/>
              <a:gd name="p0x7" fmla="*/ 17637 w 17745"/>
              <a:gd name="p0y7" fmla="*/ 1515 h 1515"/>
              <a:gd name="p0x8" fmla="*/ 17505 w 17745"/>
              <a:gd name="p0y8" fmla="*/ 1515 h 1515"/>
              <a:gd name="p0x9" fmla="*/ 240 w 17745"/>
              <a:gd name="p0y9" fmla="*/ 1515 h 1515"/>
              <a:gd name="p0x10" fmla="*/ 107 w 17745"/>
              <a:gd name="p0y10" fmla="*/ 1515 h 1515"/>
              <a:gd name="p0x11" fmla="*/ 0 w 17745"/>
              <a:gd name="p0y11" fmla="*/ 1407 h 1515"/>
              <a:gd name="p0x12" fmla="*/ 0 w 17745"/>
              <a:gd name="p0y12" fmla="*/ 1275 h 1515"/>
              <a:gd name="p0x13" fmla="*/ 0 w 17745"/>
              <a:gd name="p0y13" fmla="*/ 240 h 1515"/>
              <a:gd name="p0x14" fmla="*/ 0 w 17745"/>
              <a:gd name="p0y14" fmla="*/ 107 h 1515"/>
              <a:gd name="p0x15" fmla="*/ 107 w 17745"/>
              <a:gd name="p0y15" fmla="*/ 0 h 1515"/>
              <a:gd name="p0x16" fmla="*/ 240 w 17745"/>
              <a:gd name="p0y16" fmla="*/ 0 h 15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71525" y="1729740"/>
            <a:ext cx="1732512" cy="5981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lang="en-US" sz="4200" b="1">
                <a:solidFill>
                  <a:srgbClr val="0D4A63"/>
                </a:solidFill>
                <a:cs typeface="+mn-lt"/>
              </a:rPr>
              <a:t>15</a:t>
            </a:r>
            <a:r>
              <a:rPr lang="zh-CN" sz="4200" b="1">
                <a:solidFill>
                  <a:srgbClr val="0D4A63"/>
                </a:solidFill>
                <a:cs typeface="+mn-lt"/>
              </a:rPr>
              <a:t>元</a:t>
            </a:r>
            <a:endParaRPr lang="zh-CN" sz="4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275437" y="1727835"/>
            <a:ext cx="1714576" cy="5972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>
                <a:solidFill>
                  <a:srgbClr val="1A5E7A"/>
                </a:solidFill>
                <a:cs typeface="+mn-lt"/>
              </a:rPr>
              <a:t>BOM</a:t>
            </a:r>
            <a:r>
              <a:rPr lang="zh-CN">
                <a:solidFill>
                  <a:srgbClr val="1A5E7A"/>
                </a:solidFill>
                <a:cs typeface="+mn-lt"/>
              </a:rPr>
              <a:t>硬约束</a:t>
            </a:r>
            <a:endParaRPr lang="zh-CN">
              <a:solidFill>
                <a:srgbClr val="1A5E7A"/>
              </a:solidFill>
              <a:cs typeface="+mn-lt"/>
            </a:endParaRPr>
          </a:p>
          <a:p>
            <a:pPr algn="l">
              <a:lnSpc>
                <a:spcPct val="104000"/>
              </a:lnSpc>
            </a:pPr>
            <a:r>
              <a:rPr>
                <a:solidFill>
                  <a:srgbClr val="1A5E7A"/>
                </a:solidFill>
                <a:cs typeface="+mn-lt"/>
              </a:rPr>
              <a:t>贯穿设计全流程</a:t>
            </a:r>
            <a:endParaRPr>
              <a:solidFill>
                <a:srgbClr val="1A5E7A"/>
              </a:solidFill>
              <a:cs typeface="+mn-lt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461645" y="2747645"/>
            <a:ext cx="2667000" cy="3648075"/>
          </a:xfrm>
          <a:custGeom>
            <a:avLst/>
            <a:gdLst>
              <a:gd name="sw" fmla="*/ 1 w 4200"/>
              <a:gd name="sh" fmla="*/ 1 h 5745"/>
              <a:gd name="mins" fmla="min sw sh"/>
              <a:gd name="dsw" fmla="+- 0 sw mins"/>
              <a:gd name="dsh" fmla="+- 0 sh mins"/>
              <a:gd name="p0x0" fmla="*/ 120 w 4200"/>
              <a:gd name="p0y0" fmla="*/ 0 h 5745"/>
              <a:gd name="p0x1" fmla="*/ 4080 w 4200"/>
              <a:gd name="p0y1" fmla="*/ 0 h 5745"/>
              <a:gd name="p0x2" fmla="*/ 4146 w 4200"/>
              <a:gd name="p0y2" fmla="*/ 0 h 5745"/>
              <a:gd name="p0x3" fmla="*/ 4200 w 4200"/>
              <a:gd name="p0y3" fmla="*/ 53 h 5745"/>
              <a:gd name="p0x4" fmla="*/ 4200 w 4200"/>
              <a:gd name="p0y4" fmla="*/ 120 h 5745"/>
              <a:gd name="p0x5" fmla="*/ 4200 w 4200"/>
              <a:gd name="p0y5" fmla="*/ 5625 h 5745"/>
              <a:gd name="p0x6" fmla="*/ 4200 w 4200"/>
              <a:gd name="p0y6" fmla="*/ 5691 h 5745"/>
              <a:gd name="p0x7" fmla="*/ 4146 w 4200"/>
              <a:gd name="p0y7" fmla="*/ 5745 h 5745"/>
              <a:gd name="p0x8" fmla="*/ 4080 w 4200"/>
              <a:gd name="p0y8" fmla="*/ 5745 h 5745"/>
              <a:gd name="p0x9" fmla="*/ 120 w 4200"/>
              <a:gd name="p0y9" fmla="*/ 5745 h 5745"/>
              <a:gd name="p0x10" fmla="*/ 53 w 4200"/>
              <a:gd name="p0y10" fmla="*/ 5745 h 5745"/>
              <a:gd name="p0x11" fmla="*/ 0 w 4200"/>
              <a:gd name="p0y11" fmla="*/ 5691 h 5745"/>
              <a:gd name="p0x12" fmla="*/ 0 w 4200"/>
              <a:gd name="p0y12" fmla="*/ 5625 h 5745"/>
              <a:gd name="p0x13" fmla="*/ 0 w 4200"/>
              <a:gd name="p0y13" fmla="*/ 120 h 5745"/>
              <a:gd name="p0x14" fmla="*/ 0 w 4200"/>
              <a:gd name="p0y14" fmla="*/ 53 h 5745"/>
              <a:gd name="p0x15" fmla="*/ 53 w 4200"/>
              <a:gd name="p0y15" fmla="*/ 0 h 5745"/>
              <a:gd name="p0x16" fmla="*/ 120 w 4200"/>
              <a:gd name="p0y16" fmla="*/ 0 h 5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695325" y="29813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839467" y="3050381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cs typeface="+mn-lt"/>
              </a:rPr>
              <a:t>1</a:t>
            </a:r>
            <a:endParaRPr sz="165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1228725" y="300799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cs typeface="+mn-lt"/>
              </a:rPr>
              <a:t>选型策略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695325" y="3576638"/>
            <a:ext cx="2200275" cy="709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性能优先、成本可控，优先国产元器件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695325" y="4414838"/>
            <a:ext cx="2200275" cy="709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500">
                <a:solidFill>
                  <a:srgbClr val="4A7A8F"/>
                </a:solidFill>
                <a:cs typeface="+mn-lt"/>
              </a:rPr>
              <a:t>第二周完成初版清单（含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LCSC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编号与单价）</a:t>
            </a:r>
            <a:endParaRPr lang="zh-CN" altLang="en-US"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695325" y="5810250"/>
            <a:ext cx="1623060" cy="352425"/>
          </a:xfrm>
          <a:custGeom>
            <a:avLst/>
            <a:gdLst>
              <a:gd name="sw" fmla="*/ 1 w 2556"/>
              <a:gd name="sh" fmla="*/ 1 h 555"/>
              <a:gd name="mins" fmla="min sw sh"/>
              <a:gd name="dsw" fmla="+- 0 sw mins"/>
              <a:gd name="dsh" fmla="+- 0 sh mins"/>
              <a:gd name="p0x0" fmla="*/ 277 w 2556"/>
              <a:gd name="p0y0" fmla="*/ 0 h 555"/>
              <a:gd name="p0x1" fmla="*/ 2278 w 2556"/>
              <a:gd name="p0y1" fmla="*/ 0 h 555"/>
              <a:gd name="p0x2" fmla="*/ 2431 w 2556"/>
              <a:gd name="p0y2" fmla="*/ 0 h 555"/>
              <a:gd name="p0x3" fmla="*/ 2556 w 2556"/>
              <a:gd name="p0y3" fmla="*/ 124 h 555"/>
              <a:gd name="p0x4" fmla="*/ 2556 w 2556"/>
              <a:gd name="p0y4" fmla="*/ 277 h 555"/>
              <a:gd name="p0x5" fmla="*/ 2556 w 2556"/>
              <a:gd name="p0y5" fmla="*/ 430 h 555"/>
              <a:gd name="p0x6" fmla="*/ 2431 w 2556"/>
              <a:gd name="p0y6" fmla="*/ 555 h 555"/>
              <a:gd name="p0x7" fmla="*/ 2278 w 2556"/>
              <a:gd name="p0y7" fmla="*/ 555 h 555"/>
              <a:gd name="p0x8" fmla="*/ 277 w 2556"/>
              <a:gd name="p0y8" fmla="*/ 555 h 555"/>
              <a:gd name="p0x9" fmla="*/ 124 w 2556"/>
              <a:gd name="p0y9" fmla="*/ 555 h 555"/>
              <a:gd name="p0x10" fmla="*/ 0 w 2556"/>
              <a:gd name="p0y10" fmla="*/ 430 h 555"/>
              <a:gd name="p0x11" fmla="*/ 0 w 2556"/>
              <a:gd name="p0y11" fmla="*/ 277 h 555"/>
              <a:gd name="p0x12" fmla="*/ 0 w 2556"/>
              <a:gd name="p0y12" fmla="*/ 124 h 555"/>
              <a:gd name="p0x13" fmla="*/ 124 w 2556"/>
              <a:gd name="p0y13" fmla="*/ 0 h 555"/>
              <a:gd name="p0x14" fmla="*/ 277 w 2556"/>
              <a:gd name="p0y14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847725" y="5886450"/>
            <a:ext cx="14707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2AA4D0"/>
                </a:solidFill>
                <a:cs typeface="+mn-lt"/>
              </a:rPr>
              <a:t>第二周</a:t>
            </a:r>
            <a:r>
              <a:rPr lang="en-US" altLang="zh-CN" sz="1200" b="1">
                <a:solidFill>
                  <a:srgbClr val="2AA4D0"/>
                </a:solidFill>
                <a:cs typeface="+mn-lt"/>
              </a:rPr>
              <a:t> · </a:t>
            </a:r>
            <a:r>
              <a:rPr lang="zh-CN" altLang="en-US" sz="1200" b="1">
                <a:solidFill>
                  <a:srgbClr val="2AA4D0"/>
                </a:solidFill>
                <a:cs typeface="+mn-lt"/>
              </a:rPr>
              <a:t>初版清单</a:t>
            </a:r>
            <a:endParaRPr lang="zh-CN" altLang="en-US" sz="1200" b="1">
              <a:solidFill>
                <a:srgbClr val="2AA4D0"/>
              </a:solidFill>
              <a:cs typeface="+mn-lt"/>
            </a:endParaRPr>
          </a:p>
        </p:txBody>
      </p:sp>
      <p:sp>
        <p:nvSpPr>
          <p:cNvPr id="9" name="任意多边形 8"/>
          <p:cNvSpPr/>
          <p:nvPr>
            <p:custDataLst>
              <p:tags r:id="rId14"/>
            </p:custDataLst>
          </p:nvPr>
        </p:nvSpPr>
        <p:spPr>
          <a:xfrm>
            <a:off x="483439" y="2752725"/>
            <a:ext cx="2624048" cy="28575"/>
          </a:xfrm>
          <a:custGeom>
            <a:avLst/>
            <a:gdLst>
              <a:gd name="sw" fmla="*/ 1 w 4185"/>
              <a:gd name="sh" fmla="*/ 1 h 45"/>
              <a:gd name="mins" fmla="min sw sh"/>
              <a:gd name="dsw" fmla="+- 0 sw mins"/>
              <a:gd name="dsh" fmla="+- 0 sh mins"/>
              <a:gd name="p0x0" fmla="*/ 45 w 4185"/>
              <a:gd name="p0y0" fmla="*/ 0 h 45"/>
              <a:gd name="p0x1" fmla="*/ 4140 w 4185"/>
              <a:gd name="p0y1" fmla="*/ 0 h 45"/>
              <a:gd name="p0x2" fmla="*/ 4164 w 4185"/>
              <a:gd name="p0y2" fmla="*/ 0 h 45"/>
              <a:gd name="p0x3" fmla="*/ 4185 w 4185"/>
              <a:gd name="p0y3" fmla="*/ 20 h 45"/>
              <a:gd name="p0x4" fmla="*/ 4185 w 4185"/>
              <a:gd name="p0y4" fmla="*/ 45 h 45"/>
              <a:gd name="p0x5" fmla="*/ 0 w 4185"/>
              <a:gd name="p0y5" fmla="*/ 45 h 45"/>
              <a:gd name="p0x6" fmla="*/ 0 w 4185"/>
              <a:gd name="p0y6" fmla="*/ 20 h 45"/>
              <a:gd name="p0x7" fmla="*/ 20 w 4185"/>
              <a:gd name="p0y7" fmla="*/ 0 h 45"/>
              <a:gd name="p0x8" fmla="*/ 45 w 4185"/>
              <a:gd name="p0y8" fmla="*/ 0 h 45"/>
            </a:gdLst>
            <a:ahLst/>
            <a:cxnLst/>
            <a:pathLst>
              <a:path w="4132" h="45">
                <a:moveTo>
                  <a:pt x="94" y="0"/>
                </a:moveTo>
                <a:lnTo>
                  <a:pt x="4039" y="0"/>
                </a:lnTo>
                <a:cubicBezTo>
                  <a:pt x="4076" y="-3"/>
                  <a:pt x="4119" y="25"/>
                  <a:pt x="4132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3328670" y="2747645"/>
            <a:ext cx="2667000" cy="3648075"/>
          </a:xfrm>
          <a:custGeom>
            <a:avLst/>
            <a:gdLst>
              <a:gd name="sw" fmla="*/ 1 w 4200"/>
              <a:gd name="sh" fmla="*/ 1 h 5745"/>
              <a:gd name="mins" fmla="min sw sh"/>
              <a:gd name="dsw" fmla="+- 0 sw mins"/>
              <a:gd name="dsh" fmla="+- 0 sh mins"/>
              <a:gd name="p0x0" fmla="*/ 120 w 4200"/>
              <a:gd name="p0y0" fmla="*/ 0 h 5745"/>
              <a:gd name="p0x1" fmla="*/ 4080 w 4200"/>
              <a:gd name="p0y1" fmla="*/ 0 h 5745"/>
              <a:gd name="p0x2" fmla="*/ 4146 w 4200"/>
              <a:gd name="p0y2" fmla="*/ 0 h 5745"/>
              <a:gd name="p0x3" fmla="*/ 4200 w 4200"/>
              <a:gd name="p0y3" fmla="*/ 53 h 5745"/>
              <a:gd name="p0x4" fmla="*/ 4200 w 4200"/>
              <a:gd name="p0y4" fmla="*/ 120 h 5745"/>
              <a:gd name="p0x5" fmla="*/ 4200 w 4200"/>
              <a:gd name="p0y5" fmla="*/ 5625 h 5745"/>
              <a:gd name="p0x6" fmla="*/ 4200 w 4200"/>
              <a:gd name="p0y6" fmla="*/ 5691 h 5745"/>
              <a:gd name="p0x7" fmla="*/ 4146 w 4200"/>
              <a:gd name="p0y7" fmla="*/ 5745 h 5745"/>
              <a:gd name="p0x8" fmla="*/ 4080 w 4200"/>
              <a:gd name="p0y8" fmla="*/ 5745 h 5745"/>
              <a:gd name="p0x9" fmla="*/ 120 w 4200"/>
              <a:gd name="p0y9" fmla="*/ 5745 h 5745"/>
              <a:gd name="p0x10" fmla="*/ 53 w 4200"/>
              <a:gd name="p0y10" fmla="*/ 5745 h 5745"/>
              <a:gd name="p0x11" fmla="*/ 0 w 4200"/>
              <a:gd name="p0y11" fmla="*/ 5691 h 5745"/>
              <a:gd name="p0x12" fmla="*/ 0 w 4200"/>
              <a:gd name="p0y12" fmla="*/ 5625 h 5745"/>
              <a:gd name="p0x13" fmla="*/ 0 w 4200"/>
              <a:gd name="p0y13" fmla="*/ 120 h 5745"/>
              <a:gd name="p0x14" fmla="*/ 0 w 4200"/>
              <a:gd name="p0y14" fmla="*/ 53 h 5745"/>
              <a:gd name="p0x15" fmla="*/ 53 w 4200"/>
              <a:gd name="p0y15" fmla="*/ 0 h 5745"/>
              <a:gd name="p0x16" fmla="*/ 120 w 4200"/>
              <a:gd name="p0y16" fmla="*/ 0 h 5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6"/>
            </p:custDataLst>
          </p:nvPr>
        </p:nvSpPr>
        <p:spPr>
          <a:xfrm>
            <a:off x="3562350" y="29813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3706492" y="3050381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cs typeface="+mn-lt"/>
              </a:rPr>
              <a:t>2</a:t>
            </a:r>
            <a:endParaRPr sz="165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4095750" y="300799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cs typeface="+mn-lt"/>
              </a:rPr>
              <a:t>清单完善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9"/>
            </p:custDataLst>
          </p:nvPr>
        </p:nvSpPr>
        <p:spPr>
          <a:xfrm>
            <a:off x="3562350" y="3576638"/>
            <a:ext cx="2200275" cy="10525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第七周定稿，涵盖型号、封装、数量、供应商、单价及回流焊工艺要求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24" name="任意多边形 23"/>
          <p:cNvSpPr/>
          <p:nvPr>
            <p:custDataLst>
              <p:tags r:id="rId20"/>
            </p:custDataLst>
          </p:nvPr>
        </p:nvSpPr>
        <p:spPr>
          <a:xfrm>
            <a:off x="3562350" y="5810250"/>
            <a:ext cx="1318260" cy="352425"/>
          </a:xfrm>
          <a:custGeom>
            <a:avLst/>
            <a:gdLst>
              <a:gd name="sw" fmla="*/ 1 w 2076"/>
              <a:gd name="sh" fmla="*/ 1 h 555"/>
              <a:gd name="mins" fmla="min sw sh"/>
              <a:gd name="dsw" fmla="+- 0 sw mins"/>
              <a:gd name="dsh" fmla="+- 0 sh mins"/>
              <a:gd name="p0x0" fmla="*/ 277 w 2076"/>
              <a:gd name="p0y0" fmla="*/ 0 h 555"/>
              <a:gd name="p0x1" fmla="*/ 1798 w 2076"/>
              <a:gd name="p0y1" fmla="*/ 0 h 555"/>
              <a:gd name="p0x2" fmla="*/ 1951 w 2076"/>
              <a:gd name="p0y2" fmla="*/ 0 h 555"/>
              <a:gd name="p0x3" fmla="*/ 2076 w 2076"/>
              <a:gd name="p0y3" fmla="*/ 124 h 555"/>
              <a:gd name="p0x4" fmla="*/ 2076 w 2076"/>
              <a:gd name="p0y4" fmla="*/ 277 h 555"/>
              <a:gd name="p0x5" fmla="*/ 2076 w 2076"/>
              <a:gd name="p0y5" fmla="*/ 430 h 555"/>
              <a:gd name="p0x6" fmla="*/ 1951 w 2076"/>
              <a:gd name="p0y6" fmla="*/ 555 h 555"/>
              <a:gd name="p0x7" fmla="*/ 1798 w 2076"/>
              <a:gd name="p0y7" fmla="*/ 555 h 555"/>
              <a:gd name="p0x8" fmla="*/ 277 w 2076"/>
              <a:gd name="p0y8" fmla="*/ 555 h 555"/>
              <a:gd name="p0x9" fmla="*/ 124 w 2076"/>
              <a:gd name="p0y9" fmla="*/ 555 h 555"/>
              <a:gd name="p0x10" fmla="*/ 0 w 2076"/>
              <a:gd name="p0y10" fmla="*/ 430 h 555"/>
              <a:gd name="p0x11" fmla="*/ 0 w 2076"/>
              <a:gd name="p0y11" fmla="*/ 277 h 555"/>
              <a:gd name="p0x12" fmla="*/ 0 w 2076"/>
              <a:gd name="p0y12" fmla="*/ 124 h 555"/>
              <a:gd name="p0x13" fmla="*/ 124 w 2076"/>
              <a:gd name="p0y13" fmla="*/ 0 h 555"/>
              <a:gd name="p0x14" fmla="*/ 277 w 2076"/>
              <a:gd name="p0y14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1"/>
            </p:custDataLst>
          </p:nvPr>
        </p:nvSpPr>
        <p:spPr>
          <a:xfrm>
            <a:off x="3714750" y="5886450"/>
            <a:ext cx="11659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2AA4D0"/>
                </a:solidFill>
                <a:cs typeface="+mn-lt"/>
              </a:rPr>
              <a:t>第七周</a:t>
            </a:r>
            <a:r>
              <a:rPr lang="en-US" altLang="zh-CN" sz="1200" b="1">
                <a:solidFill>
                  <a:srgbClr val="2AA4D0"/>
                </a:solidFill>
                <a:cs typeface="+mn-lt"/>
              </a:rPr>
              <a:t> · </a:t>
            </a:r>
            <a:r>
              <a:rPr lang="zh-CN" altLang="en-US" sz="1200" b="1">
                <a:solidFill>
                  <a:srgbClr val="2AA4D0"/>
                </a:solidFill>
                <a:cs typeface="+mn-lt"/>
              </a:rPr>
              <a:t>定稿</a:t>
            </a:r>
            <a:endParaRPr lang="zh-CN" altLang="en-US" sz="1200" b="1">
              <a:solidFill>
                <a:srgbClr val="2AA4D0"/>
              </a:solidFill>
              <a:cs typeface="+mn-lt"/>
            </a:endParaRPr>
          </a:p>
        </p:txBody>
      </p:sp>
      <p:sp>
        <p:nvSpPr>
          <p:cNvPr id="19" name="任意多边形 18"/>
          <p:cNvSpPr/>
          <p:nvPr>
            <p:custDataLst>
              <p:tags r:id="rId22"/>
            </p:custDataLst>
          </p:nvPr>
        </p:nvSpPr>
        <p:spPr>
          <a:xfrm>
            <a:off x="3350464" y="2752725"/>
            <a:ext cx="2624048" cy="28575"/>
          </a:xfrm>
          <a:custGeom>
            <a:avLst/>
            <a:gdLst>
              <a:gd name="sw" fmla="*/ 1 w 4185"/>
              <a:gd name="sh" fmla="*/ 1 h 45"/>
              <a:gd name="mins" fmla="min sw sh"/>
              <a:gd name="dsw" fmla="+- 0 sw mins"/>
              <a:gd name="dsh" fmla="+- 0 sh mins"/>
              <a:gd name="p0x0" fmla="*/ 45 w 4185"/>
              <a:gd name="p0y0" fmla="*/ 0 h 45"/>
              <a:gd name="p0x1" fmla="*/ 4140 w 4185"/>
              <a:gd name="p0y1" fmla="*/ 0 h 45"/>
              <a:gd name="p0x2" fmla="*/ 4164 w 4185"/>
              <a:gd name="p0y2" fmla="*/ 0 h 45"/>
              <a:gd name="p0x3" fmla="*/ 4185 w 4185"/>
              <a:gd name="p0y3" fmla="*/ 20 h 45"/>
              <a:gd name="p0x4" fmla="*/ 4185 w 4185"/>
              <a:gd name="p0y4" fmla="*/ 45 h 45"/>
              <a:gd name="p0x5" fmla="*/ 0 w 4185"/>
              <a:gd name="p0y5" fmla="*/ 45 h 45"/>
              <a:gd name="p0x6" fmla="*/ 0 w 4185"/>
              <a:gd name="p0y6" fmla="*/ 20 h 45"/>
              <a:gd name="p0x7" fmla="*/ 20 w 4185"/>
              <a:gd name="p0y7" fmla="*/ 0 h 45"/>
              <a:gd name="p0x8" fmla="*/ 45 w 4185"/>
              <a:gd name="p0y8" fmla="*/ 0 h 45"/>
            </a:gdLst>
            <a:ahLst/>
            <a:cxnLst/>
            <a:pathLst>
              <a:path w="4132" h="45">
                <a:moveTo>
                  <a:pt x="94" y="0"/>
                </a:moveTo>
                <a:lnTo>
                  <a:pt x="4039" y="0"/>
                </a:lnTo>
                <a:cubicBezTo>
                  <a:pt x="4076" y="-3"/>
                  <a:pt x="4119" y="25"/>
                  <a:pt x="4132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3"/>
            </p:custDataLst>
          </p:nvPr>
        </p:nvSpPr>
        <p:spPr>
          <a:xfrm>
            <a:off x="6195695" y="2747645"/>
            <a:ext cx="2667000" cy="3648075"/>
          </a:xfrm>
          <a:custGeom>
            <a:avLst/>
            <a:gdLst>
              <a:gd name="sw" fmla="*/ 1 w 4200"/>
              <a:gd name="sh" fmla="*/ 1 h 5745"/>
              <a:gd name="mins" fmla="min sw sh"/>
              <a:gd name="dsw" fmla="+- 0 sw mins"/>
              <a:gd name="dsh" fmla="+- 0 sh mins"/>
              <a:gd name="p0x0" fmla="*/ 120 w 4200"/>
              <a:gd name="p0y0" fmla="*/ 0 h 5745"/>
              <a:gd name="p0x1" fmla="*/ 4080 w 4200"/>
              <a:gd name="p0y1" fmla="*/ 0 h 5745"/>
              <a:gd name="p0x2" fmla="*/ 4146 w 4200"/>
              <a:gd name="p0y2" fmla="*/ 0 h 5745"/>
              <a:gd name="p0x3" fmla="*/ 4200 w 4200"/>
              <a:gd name="p0y3" fmla="*/ 53 h 5745"/>
              <a:gd name="p0x4" fmla="*/ 4200 w 4200"/>
              <a:gd name="p0y4" fmla="*/ 120 h 5745"/>
              <a:gd name="p0x5" fmla="*/ 4200 w 4200"/>
              <a:gd name="p0y5" fmla="*/ 5625 h 5745"/>
              <a:gd name="p0x6" fmla="*/ 4200 w 4200"/>
              <a:gd name="p0y6" fmla="*/ 5691 h 5745"/>
              <a:gd name="p0x7" fmla="*/ 4146 w 4200"/>
              <a:gd name="p0y7" fmla="*/ 5745 h 5745"/>
              <a:gd name="p0x8" fmla="*/ 4080 w 4200"/>
              <a:gd name="p0y8" fmla="*/ 5745 h 5745"/>
              <a:gd name="p0x9" fmla="*/ 120 w 4200"/>
              <a:gd name="p0y9" fmla="*/ 5745 h 5745"/>
              <a:gd name="p0x10" fmla="*/ 53 w 4200"/>
              <a:gd name="p0y10" fmla="*/ 5745 h 5745"/>
              <a:gd name="p0x11" fmla="*/ 0 w 4200"/>
              <a:gd name="p0y11" fmla="*/ 5691 h 5745"/>
              <a:gd name="p0x12" fmla="*/ 0 w 4200"/>
              <a:gd name="p0y12" fmla="*/ 5625 h 5745"/>
              <a:gd name="p0x13" fmla="*/ 0 w 4200"/>
              <a:gd name="p0y13" fmla="*/ 120 h 5745"/>
              <a:gd name="p0x14" fmla="*/ 0 w 4200"/>
              <a:gd name="p0y14" fmla="*/ 53 h 5745"/>
              <a:gd name="p0x15" fmla="*/ 53 w 4200"/>
              <a:gd name="p0y15" fmla="*/ 0 h 5745"/>
              <a:gd name="p0x16" fmla="*/ 120 w 4200"/>
              <a:gd name="p0y16" fmla="*/ 0 h 5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4"/>
            </p:custDataLst>
          </p:nvPr>
        </p:nvSpPr>
        <p:spPr>
          <a:xfrm>
            <a:off x="6429375" y="29813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5"/>
            </p:custDataLst>
          </p:nvPr>
        </p:nvSpPr>
        <p:spPr>
          <a:xfrm>
            <a:off x="6573517" y="3050381"/>
            <a:ext cx="340367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cs typeface="+mn-lt"/>
              </a:rPr>
              <a:t>3</a:t>
            </a:r>
            <a:endParaRPr sz="165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26"/>
            </p:custDataLst>
          </p:nvPr>
        </p:nvSpPr>
        <p:spPr>
          <a:xfrm>
            <a:off x="6962775" y="300799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cs typeface="+mn-lt"/>
              </a:rPr>
              <a:t>成果达成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27"/>
            </p:custDataLst>
          </p:nvPr>
        </p:nvSpPr>
        <p:spPr>
          <a:xfrm>
            <a:off x="6429375" y="3576638"/>
            <a:ext cx="2200275" cy="10525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500">
                <a:solidFill>
                  <a:srgbClr val="4A7A8F"/>
                </a:solidFill>
                <a:cs typeface="+mn-lt"/>
              </a:rPr>
              <a:t>国产替代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+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精简非核心器件，保障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SHT20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精度与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nRF52810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蓝牙性能</a:t>
            </a:r>
            <a:endParaRPr lang="zh-CN" altLang="en-US"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28"/>
            </p:custDataLst>
          </p:nvPr>
        </p:nvSpPr>
        <p:spPr>
          <a:xfrm>
            <a:off x="6429375" y="4757738"/>
            <a:ext cx="2200275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en-US" sz="1500" b="1">
                <a:solidFill>
                  <a:srgbClr val="FF8A65"/>
                </a:solidFill>
                <a:cs typeface="+mn-lt"/>
              </a:rPr>
              <a:t>15</a:t>
            </a:r>
            <a:r>
              <a:rPr lang="zh-CN" sz="1500" b="1">
                <a:solidFill>
                  <a:srgbClr val="FF8A65"/>
                </a:solidFill>
                <a:cs typeface="+mn-lt"/>
              </a:rPr>
              <a:t>元</a:t>
            </a:r>
            <a:r>
              <a:rPr sz="1500">
                <a:solidFill>
                  <a:srgbClr val="4A7A8F"/>
                </a:solidFill>
                <a:cs typeface="+mn-lt"/>
              </a:rPr>
              <a:t>目标达成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34" name="任意多边形 33"/>
          <p:cNvSpPr/>
          <p:nvPr>
            <p:custDataLst>
              <p:tags r:id="rId29"/>
            </p:custDataLst>
          </p:nvPr>
        </p:nvSpPr>
        <p:spPr>
          <a:xfrm>
            <a:off x="6429375" y="5810250"/>
            <a:ext cx="914400" cy="352425"/>
          </a:xfrm>
          <a:custGeom>
            <a:avLst/>
            <a:gdLst>
              <a:gd name="sw" fmla="*/ 1 w 1440"/>
              <a:gd name="sh" fmla="*/ 1 h 555"/>
              <a:gd name="mins" fmla="min sw sh"/>
              <a:gd name="dsw" fmla="+- 0 sw mins"/>
              <a:gd name="dsh" fmla="+- 0 sh mins"/>
              <a:gd name="p0x0" fmla="*/ 277 w 1440"/>
              <a:gd name="p0y0" fmla="*/ 0 h 555"/>
              <a:gd name="p0x1" fmla="*/ 1162 w 1440"/>
              <a:gd name="p0y1" fmla="*/ 0 h 555"/>
              <a:gd name="p0x2" fmla="*/ 1315 w 1440"/>
              <a:gd name="p0y2" fmla="*/ 0 h 555"/>
              <a:gd name="p0x3" fmla="*/ 1440 w 1440"/>
              <a:gd name="p0y3" fmla="*/ 124 h 555"/>
              <a:gd name="p0x4" fmla="*/ 1440 w 1440"/>
              <a:gd name="p0y4" fmla="*/ 277 h 555"/>
              <a:gd name="p0x5" fmla="*/ 1440 w 1440"/>
              <a:gd name="p0y5" fmla="*/ 430 h 555"/>
              <a:gd name="p0x6" fmla="*/ 1315 w 1440"/>
              <a:gd name="p0y6" fmla="*/ 555 h 555"/>
              <a:gd name="p0x7" fmla="*/ 1162 w 1440"/>
              <a:gd name="p0y7" fmla="*/ 555 h 555"/>
              <a:gd name="p0x8" fmla="*/ 277 w 1440"/>
              <a:gd name="p0y8" fmla="*/ 555 h 555"/>
              <a:gd name="p0x9" fmla="*/ 124 w 1440"/>
              <a:gd name="p0y9" fmla="*/ 555 h 555"/>
              <a:gd name="p0x10" fmla="*/ 0 w 1440"/>
              <a:gd name="p0y10" fmla="*/ 430 h 555"/>
              <a:gd name="p0x11" fmla="*/ 0 w 1440"/>
              <a:gd name="p0y11" fmla="*/ 277 h 555"/>
              <a:gd name="p0x12" fmla="*/ 0 w 1440"/>
              <a:gd name="p0y12" fmla="*/ 124 h 555"/>
              <a:gd name="p0x13" fmla="*/ 124 w 1440"/>
              <a:gd name="p0y13" fmla="*/ 0 h 555"/>
              <a:gd name="p0x14" fmla="*/ 277 w 1440"/>
              <a:gd name="p0y14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0"/>
            </p:custDataLst>
          </p:nvPr>
        </p:nvSpPr>
        <p:spPr>
          <a:xfrm>
            <a:off x="6581775" y="58864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2AA4D0"/>
                </a:solidFill>
                <a:cs typeface="+mn-lt"/>
              </a:rPr>
              <a:t>目标达成</a:t>
            </a:r>
            <a:endParaRPr sz="1200" b="1">
              <a:solidFill>
                <a:srgbClr val="2AA4D0"/>
              </a:solidFill>
              <a:cs typeface="+mn-lt"/>
            </a:endParaRPr>
          </a:p>
        </p:txBody>
      </p:sp>
      <p:sp>
        <p:nvSpPr>
          <p:cNvPr id="28" name="任意多边形 27"/>
          <p:cNvSpPr/>
          <p:nvPr>
            <p:custDataLst>
              <p:tags r:id="rId31"/>
            </p:custDataLst>
          </p:nvPr>
        </p:nvSpPr>
        <p:spPr>
          <a:xfrm>
            <a:off x="6217489" y="2752725"/>
            <a:ext cx="2624048" cy="28575"/>
          </a:xfrm>
          <a:custGeom>
            <a:avLst/>
            <a:gdLst>
              <a:gd name="sw" fmla="*/ 1 w 4185"/>
              <a:gd name="sh" fmla="*/ 1 h 45"/>
              <a:gd name="mins" fmla="min sw sh"/>
              <a:gd name="dsw" fmla="+- 0 sw mins"/>
              <a:gd name="dsh" fmla="+- 0 sh mins"/>
              <a:gd name="p0x0" fmla="*/ 45 w 4185"/>
              <a:gd name="p0y0" fmla="*/ 0 h 45"/>
              <a:gd name="p0x1" fmla="*/ 4140 w 4185"/>
              <a:gd name="p0y1" fmla="*/ 0 h 45"/>
              <a:gd name="p0x2" fmla="*/ 4164 w 4185"/>
              <a:gd name="p0y2" fmla="*/ 0 h 45"/>
              <a:gd name="p0x3" fmla="*/ 4185 w 4185"/>
              <a:gd name="p0y3" fmla="*/ 20 h 45"/>
              <a:gd name="p0x4" fmla="*/ 4185 w 4185"/>
              <a:gd name="p0y4" fmla="*/ 45 h 45"/>
              <a:gd name="p0x5" fmla="*/ 0 w 4185"/>
              <a:gd name="p0y5" fmla="*/ 45 h 45"/>
              <a:gd name="p0x6" fmla="*/ 0 w 4185"/>
              <a:gd name="p0y6" fmla="*/ 20 h 45"/>
              <a:gd name="p0x7" fmla="*/ 20 w 4185"/>
              <a:gd name="p0y7" fmla="*/ 0 h 45"/>
              <a:gd name="p0x8" fmla="*/ 45 w 4185"/>
              <a:gd name="p0y8" fmla="*/ 0 h 45"/>
            </a:gdLst>
            <a:ahLst/>
            <a:cxnLst/>
            <a:pathLst>
              <a:path w="4132" h="45">
                <a:moveTo>
                  <a:pt x="94" y="0"/>
                </a:moveTo>
                <a:lnTo>
                  <a:pt x="4039" y="0"/>
                </a:lnTo>
                <a:cubicBezTo>
                  <a:pt x="4076" y="-3"/>
                  <a:pt x="4119" y="25"/>
                  <a:pt x="4132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2"/>
            </p:custDataLst>
          </p:nvPr>
        </p:nvSpPr>
        <p:spPr>
          <a:xfrm>
            <a:off x="9062720" y="2747645"/>
            <a:ext cx="2667000" cy="3648075"/>
          </a:xfrm>
          <a:custGeom>
            <a:avLst/>
            <a:gdLst>
              <a:gd name="sw" fmla="*/ 1 w 4200"/>
              <a:gd name="sh" fmla="*/ 1 h 5745"/>
              <a:gd name="mins" fmla="min sw sh"/>
              <a:gd name="dsw" fmla="+- 0 sw mins"/>
              <a:gd name="dsh" fmla="+- 0 sh mins"/>
              <a:gd name="p0x0" fmla="*/ 120 w 4200"/>
              <a:gd name="p0y0" fmla="*/ 0 h 5745"/>
              <a:gd name="p0x1" fmla="*/ 4080 w 4200"/>
              <a:gd name="p0y1" fmla="*/ 0 h 5745"/>
              <a:gd name="p0x2" fmla="*/ 4146 w 4200"/>
              <a:gd name="p0y2" fmla="*/ 0 h 5745"/>
              <a:gd name="p0x3" fmla="*/ 4200 w 4200"/>
              <a:gd name="p0y3" fmla="*/ 53 h 5745"/>
              <a:gd name="p0x4" fmla="*/ 4200 w 4200"/>
              <a:gd name="p0y4" fmla="*/ 120 h 5745"/>
              <a:gd name="p0x5" fmla="*/ 4200 w 4200"/>
              <a:gd name="p0y5" fmla="*/ 5625 h 5745"/>
              <a:gd name="p0x6" fmla="*/ 4200 w 4200"/>
              <a:gd name="p0y6" fmla="*/ 5691 h 5745"/>
              <a:gd name="p0x7" fmla="*/ 4146 w 4200"/>
              <a:gd name="p0y7" fmla="*/ 5745 h 5745"/>
              <a:gd name="p0x8" fmla="*/ 4080 w 4200"/>
              <a:gd name="p0y8" fmla="*/ 5745 h 5745"/>
              <a:gd name="p0x9" fmla="*/ 120 w 4200"/>
              <a:gd name="p0y9" fmla="*/ 5745 h 5745"/>
              <a:gd name="p0x10" fmla="*/ 53 w 4200"/>
              <a:gd name="p0y10" fmla="*/ 5745 h 5745"/>
              <a:gd name="p0x11" fmla="*/ 0 w 4200"/>
              <a:gd name="p0y11" fmla="*/ 5691 h 5745"/>
              <a:gd name="p0x12" fmla="*/ 0 w 4200"/>
              <a:gd name="p0y12" fmla="*/ 5625 h 5745"/>
              <a:gd name="p0x13" fmla="*/ 0 w 4200"/>
              <a:gd name="p0y13" fmla="*/ 120 h 5745"/>
              <a:gd name="p0x14" fmla="*/ 0 w 4200"/>
              <a:gd name="p0y14" fmla="*/ 53 h 5745"/>
              <a:gd name="p0x15" fmla="*/ 53 w 4200"/>
              <a:gd name="p0y15" fmla="*/ 0 h 5745"/>
              <a:gd name="p0x16" fmla="*/ 120 w 4200"/>
              <a:gd name="p0y16" fmla="*/ 0 h 5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33"/>
            </p:custDataLst>
          </p:nvPr>
        </p:nvSpPr>
        <p:spPr>
          <a:xfrm>
            <a:off x="9296400" y="29813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30 w 660"/>
              <a:gd name="p0y0" fmla="*/ 0 h 660"/>
              <a:gd name="p0x1" fmla="*/ 512 w 660"/>
              <a:gd name="p0y1" fmla="*/ 0 h 660"/>
              <a:gd name="p0x2" fmla="*/ 660 w 660"/>
              <a:gd name="p0y2" fmla="*/ 147 h 660"/>
              <a:gd name="p0x3" fmla="*/ 660 w 660"/>
              <a:gd name="p0y3" fmla="*/ 330 h 660"/>
              <a:gd name="p0x4" fmla="*/ 660 w 660"/>
              <a:gd name="p0y4" fmla="*/ 512 h 660"/>
              <a:gd name="p0x5" fmla="*/ 512 w 660"/>
              <a:gd name="p0y5" fmla="*/ 660 h 660"/>
              <a:gd name="p0x6" fmla="*/ 330 w 660"/>
              <a:gd name="p0y6" fmla="*/ 660 h 660"/>
              <a:gd name="p0x7" fmla="*/ 147 w 660"/>
              <a:gd name="p0y7" fmla="*/ 660 h 660"/>
              <a:gd name="p0x8" fmla="*/ 0 w 660"/>
              <a:gd name="p0y8" fmla="*/ 512 h 660"/>
              <a:gd name="p0x9" fmla="*/ 0 w 660"/>
              <a:gd name="p0y9" fmla="*/ 330 h 660"/>
              <a:gd name="p0x10" fmla="*/ 0 w 660"/>
              <a:gd name="p0y10" fmla="*/ 147 h 660"/>
              <a:gd name="p0x11" fmla="*/ 147 w 660"/>
              <a:gd name="p0y11" fmla="*/ 0 h 660"/>
              <a:gd name="p0x12" fmla="*/ 330 w 660"/>
              <a:gd name="p0y12" fmla="*/ 0 h 6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4"/>
            </p:custDataLst>
          </p:nvPr>
        </p:nvSpPr>
        <p:spPr>
          <a:xfrm>
            <a:off x="9440542" y="3050381"/>
            <a:ext cx="340367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cs typeface="+mn-lt"/>
              </a:rPr>
              <a:t>4</a:t>
            </a:r>
            <a:endParaRPr sz="165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41" name="文本框 40"/>
          <p:cNvSpPr txBox="1"/>
          <p:nvPr>
            <p:custDataLst>
              <p:tags r:id="rId35"/>
            </p:custDataLst>
          </p:nvPr>
        </p:nvSpPr>
        <p:spPr>
          <a:xfrm>
            <a:off x="9829800" y="3007995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cs typeface="+mn-lt"/>
              </a:rPr>
              <a:t>供应链前瞻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36"/>
            </p:custDataLst>
          </p:nvPr>
        </p:nvSpPr>
        <p:spPr>
          <a:xfrm>
            <a:off x="9296400" y="3576638"/>
            <a:ext cx="2200275" cy="709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综合最小起订量、交期、替代料可用性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43" name="文本框 42"/>
          <p:cNvSpPr txBox="1"/>
          <p:nvPr>
            <p:custDataLst>
              <p:tags r:id="rId37"/>
            </p:custDataLst>
          </p:nvPr>
        </p:nvSpPr>
        <p:spPr>
          <a:xfrm>
            <a:off x="9296400" y="4414838"/>
            <a:ext cx="2200275" cy="3667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为量产预留弹性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44" name="任意多边形 43"/>
          <p:cNvSpPr/>
          <p:nvPr>
            <p:custDataLst>
              <p:tags r:id="rId38"/>
            </p:custDataLst>
          </p:nvPr>
        </p:nvSpPr>
        <p:spPr>
          <a:xfrm>
            <a:off x="9296400" y="5810250"/>
            <a:ext cx="914400" cy="352425"/>
          </a:xfrm>
          <a:custGeom>
            <a:avLst/>
            <a:gdLst>
              <a:gd name="sw" fmla="*/ 1 w 1440"/>
              <a:gd name="sh" fmla="*/ 1 h 555"/>
              <a:gd name="mins" fmla="min sw sh"/>
              <a:gd name="dsw" fmla="+- 0 sw mins"/>
              <a:gd name="dsh" fmla="+- 0 sh mins"/>
              <a:gd name="p0x0" fmla="*/ 277 w 1440"/>
              <a:gd name="p0y0" fmla="*/ 0 h 555"/>
              <a:gd name="p0x1" fmla="*/ 1162 w 1440"/>
              <a:gd name="p0y1" fmla="*/ 0 h 555"/>
              <a:gd name="p0x2" fmla="*/ 1315 w 1440"/>
              <a:gd name="p0y2" fmla="*/ 0 h 555"/>
              <a:gd name="p0x3" fmla="*/ 1440 w 1440"/>
              <a:gd name="p0y3" fmla="*/ 124 h 555"/>
              <a:gd name="p0x4" fmla="*/ 1440 w 1440"/>
              <a:gd name="p0y4" fmla="*/ 277 h 555"/>
              <a:gd name="p0x5" fmla="*/ 1440 w 1440"/>
              <a:gd name="p0y5" fmla="*/ 430 h 555"/>
              <a:gd name="p0x6" fmla="*/ 1315 w 1440"/>
              <a:gd name="p0y6" fmla="*/ 555 h 555"/>
              <a:gd name="p0x7" fmla="*/ 1162 w 1440"/>
              <a:gd name="p0y7" fmla="*/ 555 h 555"/>
              <a:gd name="p0x8" fmla="*/ 277 w 1440"/>
              <a:gd name="p0y8" fmla="*/ 555 h 555"/>
              <a:gd name="p0x9" fmla="*/ 124 w 1440"/>
              <a:gd name="p0y9" fmla="*/ 555 h 555"/>
              <a:gd name="p0x10" fmla="*/ 0 w 1440"/>
              <a:gd name="p0y10" fmla="*/ 430 h 555"/>
              <a:gd name="p0x11" fmla="*/ 0 w 1440"/>
              <a:gd name="p0y11" fmla="*/ 277 h 555"/>
              <a:gd name="p0x12" fmla="*/ 0 w 1440"/>
              <a:gd name="p0y12" fmla="*/ 124 h 555"/>
              <a:gd name="p0x13" fmla="*/ 124 w 1440"/>
              <a:gd name="p0y13" fmla="*/ 0 h 555"/>
              <a:gd name="p0x14" fmla="*/ 277 w 1440"/>
              <a:gd name="p0y14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39"/>
            </p:custDataLst>
          </p:nvPr>
        </p:nvSpPr>
        <p:spPr>
          <a:xfrm>
            <a:off x="9448800" y="58864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2AA4D0"/>
                </a:solidFill>
                <a:cs typeface="+mn-lt"/>
              </a:rPr>
              <a:t>量产准备</a:t>
            </a:r>
            <a:endParaRPr sz="1200" b="1">
              <a:solidFill>
                <a:srgbClr val="2AA4D0"/>
              </a:solidFill>
              <a:cs typeface="+mn-lt"/>
            </a:endParaRPr>
          </a:p>
        </p:txBody>
      </p:sp>
      <p:sp>
        <p:nvSpPr>
          <p:cNvPr id="38" name="任意多边形 37"/>
          <p:cNvSpPr/>
          <p:nvPr>
            <p:custDataLst>
              <p:tags r:id="rId40"/>
            </p:custDataLst>
          </p:nvPr>
        </p:nvSpPr>
        <p:spPr>
          <a:xfrm>
            <a:off x="9084514" y="2752725"/>
            <a:ext cx="2624048" cy="28575"/>
          </a:xfrm>
          <a:custGeom>
            <a:avLst/>
            <a:gdLst>
              <a:gd name="sw" fmla="*/ 1 w 4185"/>
              <a:gd name="sh" fmla="*/ 1 h 45"/>
              <a:gd name="mins" fmla="min sw sh"/>
              <a:gd name="dsw" fmla="+- 0 sw mins"/>
              <a:gd name="dsh" fmla="+- 0 sh mins"/>
              <a:gd name="p0x0" fmla="*/ 45 w 4185"/>
              <a:gd name="p0y0" fmla="*/ 0 h 45"/>
              <a:gd name="p0x1" fmla="*/ 4140 w 4185"/>
              <a:gd name="p0y1" fmla="*/ 0 h 45"/>
              <a:gd name="p0x2" fmla="*/ 4164 w 4185"/>
              <a:gd name="p0y2" fmla="*/ 0 h 45"/>
              <a:gd name="p0x3" fmla="*/ 4185 w 4185"/>
              <a:gd name="p0y3" fmla="*/ 20 h 45"/>
              <a:gd name="p0x4" fmla="*/ 4185 w 4185"/>
              <a:gd name="p0y4" fmla="*/ 45 h 45"/>
              <a:gd name="p0x5" fmla="*/ 0 w 4185"/>
              <a:gd name="p0y5" fmla="*/ 45 h 45"/>
              <a:gd name="p0x6" fmla="*/ 0 w 4185"/>
              <a:gd name="p0y6" fmla="*/ 20 h 45"/>
              <a:gd name="p0x7" fmla="*/ 20 w 4185"/>
              <a:gd name="p0y7" fmla="*/ 0 h 45"/>
              <a:gd name="p0x8" fmla="*/ 45 w 4185"/>
              <a:gd name="p0y8" fmla="*/ 0 h 45"/>
            </a:gdLst>
            <a:ahLst/>
            <a:cxnLst/>
            <a:pathLst>
              <a:path w="4132" h="45">
                <a:moveTo>
                  <a:pt x="94" y="0"/>
                </a:moveTo>
                <a:lnTo>
                  <a:pt x="4039" y="0"/>
                </a:lnTo>
                <a:cubicBezTo>
                  <a:pt x="4076" y="-3"/>
                  <a:pt x="4119" y="25"/>
                  <a:pt x="4132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457200" y="1009650"/>
            <a:ext cx="112776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spc="27">
                <a:solidFill>
                  <a:srgbClr val="7A9CAB"/>
                </a:solidFill>
                <a:cs typeface="+mn-lt"/>
              </a:rPr>
              <a:t>技术突破</a:t>
            </a:r>
            <a:r>
              <a:rPr lang="en-US" altLang="zh-CN" sz="1350" spc="27">
                <a:solidFill>
                  <a:srgbClr val="7A9CAB"/>
                </a:solidFill>
                <a:cs typeface="+mn-lt"/>
              </a:rPr>
              <a:t> + </a:t>
            </a:r>
            <a:r>
              <a:rPr lang="zh-CN" altLang="en-US" sz="1350" spc="27">
                <a:solidFill>
                  <a:srgbClr val="7A9CAB"/>
                </a:solidFill>
                <a:cs typeface="+mn-lt"/>
              </a:rPr>
              <a:t>完整交付</a:t>
            </a:r>
            <a:r>
              <a:rPr lang="en-US" altLang="zh-CN" sz="1350" spc="27">
                <a:solidFill>
                  <a:srgbClr val="7A9CAB"/>
                </a:solidFill>
                <a:cs typeface="+mn-lt"/>
              </a:rPr>
              <a:t> = </a:t>
            </a:r>
            <a:r>
              <a:rPr lang="zh-CN" altLang="en-US" sz="1350" spc="27">
                <a:solidFill>
                  <a:srgbClr val="7A9CAB"/>
                </a:solidFill>
                <a:cs typeface="+mn-lt"/>
              </a:rPr>
              <a:t>项目成功</a:t>
            </a:r>
            <a:endParaRPr lang="zh-CN" altLang="en-US" sz="1350" spc="27">
              <a:solidFill>
                <a:srgbClr val="7A9CAB"/>
              </a:solidFill>
              <a:cs typeface="+mn-lt"/>
            </a:endParaRPr>
          </a:p>
        </p:txBody>
      </p:sp>
      <p:sp>
        <p:nvSpPr>
          <p:cNvPr id="16" name="任意多边形 15"/>
          <p:cNvSpPr/>
          <p:nvPr>
            <p:custDataLst>
              <p:tags r:id="rId2"/>
            </p:custDataLst>
          </p:nvPr>
        </p:nvSpPr>
        <p:spPr>
          <a:xfrm>
            <a:off x="461645" y="4281170"/>
            <a:ext cx="3800475" cy="2114550"/>
          </a:xfrm>
          <a:custGeom>
            <a:avLst/>
            <a:gdLst>
              <a:gd name="sw" fmla="*/ 1 w 5985"/>
              <a:gd name="sh" fmla="*/ 1 h 3329"/>
              <a:gd name="mins" fmla="min sw sh"/>
              <a:gd name="dsw" fmla="+- 0 sw mins"/>
              <a:gd name="dsh" fmla="+- 0 sh mins"/>
              <a:gd name="p0x0" fmla="*/ 120 w 5985"/>
              <a:gd name="p0y0" fmla="*/ 0 h 3329"/>
              <a:gd name="p0x1" fmla="*/ 5865 w 5985"/>
              <a:gd name="p0y1" fmla="*/ 0 h 3329"/>
              <a:gd name="p0x2" fmla="*/ 5931 w 5985"/>
              <a:gd name="p0y2" fmla="*/ 0 h 3329"/>
              <a:gd name="p0x3" fmla="*/ 5985 w 5985"/>
              <a:gd name="p0y3" fmla="*/ 53 h 3329"/>
              <a:gd name="p0x4" fmla="*/ 5985 w 5985"/>
              <a:gd name="p0y4" fmla="*/ 120 h 3329"/>
              <a:gd name="p0x5" fmla="*/ 5985 w 5985"/>
              <a:gd name="p0y5" fmla="*/ 3209 h 3329"/>
              <a:gd name="p0x6" fmla="*/ 5985 w 5985"/>
              <a:gd name="p0y6" fmla="*/ 3276 h 3329"/>
              <a:gd name="p0x7" fmla="*/ 5931 w 5985"/>
              <a:gd name="p0y7" fmla="*/ 3329 h 3329"/>
              <a:gd name="p0x8" fmla="*/ 5865 w 5985"/>
              <a:gd name="p0y8" fmla="*/ 3329 h 3329"/>
              <a:gd name="p0x9" fmla="*/ 120 w 5985"/>
              <a:gd name="p0y9" fmla="*/ 3329 h 3329"/>
              <a:gd name="p0x10" fmla="*/ 53 w 5985"/>
              <a:gd name="p0y10" fmla="*/ 3329 h 3329"/>
              <a:gd name="p0x11" fmla="*/ 0 w 5985"/>
              <a:gd name="p0y11" fmla="*/ 3276 h 3329"/>
              <a:gd name="p0x12" fmla="*/ 0 w 5985"/>
              <a:gd name="p0y12" fmla="*/ 3209 h 3329"/>
              <a:gd name="p0x13" fmla="*/ 0 w 5985"/>
              <a:gd name="p0y13" fmla="*/ 120 h 3329"/>
              <a:gd name="p0x14" fmla="*/ 0 w 5985"/>
              <a:gd name="p0y14" fmla="*/ 53 h 3329"/>
              <a:gd name="p0x15" fmla="*/ 53 w 5985"/>
              <a:gd name="p0y15" fmla="*/ 0 h 3329"/>
              <a:gd name="p0x16" fmla="*/ 120 w 5985"/>
              <a:gd name="p0y16" fmla="*/ 0 h 332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3"/>
            </p:custDataLst>
          </p:nvPr>
        </p:nvSpPr>
        <p:spPr>
          <a:xfrm>
            <a:off x="657225" y="457644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809625" y="4438802"/>
            <a:ext cx="3257550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100" b="1">
                <a:solidFill>
                  <a:srgbClr val="1A5E7A"/>
                </a:solidFill>
                <a:cs typeface="+mn-lt"/>
              </a:rPr>
              <a:t>完整交付物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657225" y="4852188"/>
            <a:ext cx="3409055" cy="13943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A7A8F"/>
                </a:solidFill>
                <a:cs typeface="+mn-lt"/>
              </a:rPr>
              <a:t>原理图、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PCB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文件、仿真报告、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BOM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清单、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DRC/SI/PI/DFM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检查报告、生产文件包（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Gerber/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钻孔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/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钢网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/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贴片坐标）、项目总结报告及演示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PPT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，</a:t>
            </a:r>
            <a:r>
              <a:rPr sz="1350" b="1">
                <a:solidFill>
                  <a:srgbClr val="1A5E7A"/>
                </a:solidFill>
                <a:cs typeface="+mn-lt"/>
              </a:rPr>
              <a:t>全部符合专业硬件研发中心质量标准</a:t>
            </a:r>
            <a:endParaRPr sz="135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6"/>
            </p:custDataLst>
          </p:nvPr>
        </p:nvSpPr>
        <p:spPr>
          <a:xfrm>
            <a:off x="461645" y="1395095"/>
            <a:ext cx="3800475" cy="2724150"/>
          </a:xfrm>
          <a:custGeom>
            <a:avLst/>
            <a:gdLst>
              <a:gd name="sw" fmla="*/ 1 w 5985"/>
              <a:gd name="sh" fmla="*/ 1 h 4290"/>
              <a:gd name="mins" fmla="min sw sh"/>
              <a:gd name="dsw" fmla="+- 0 sw mins"/>
              <a:gd name="dsh" fmla="+- 0 sh mins"/>
              <a:gd name="p0x0" fmla="*/ 120 w 5985"/>
              <a:gd name="p0y0" fmla="*/ 0 h 4290"/>
              <a:gd name="p0x1" fmla="*/ 5865 w 5985"/>
              <a:gd name="p0y1" fmla="*/ 0 h 4290"/>
              <a:gd name="p0x2" fmla="*/ 5931 w 5985"/>
              <a:gd name="p0y2" fmla="*/ 0 h 4290"/>
              <a:gd name="p0x3" fmla="*/ 5985 w 5985"/>
              <a:gd name="p0y3" fmla="*/ 53 h 4290"/>
              <a:gd name="p0x4" fmla="*/ 5985 w 5985"/>
              <a:gd name="p0y4" fmla="*/ 120 h 4290"/>
              <a:gd name="p0x5" fmla="*/ 5985 w 5985"/>
              <a:gd name="p0y5" fmla="*/ 4170 h 4290"/>
              <a:gd name="p0x6" fmla="*/ 5985 w 5985"/>
              <a:gd name="p0y6" fmla="*/ 4236 h 4290"/>
              <a:gd name="p0x7" fmla="*/ 5931 w 5985"/>
              <a:gd name="p0y7" fmla="*/ 4290 h 4290"/>
              <a:gd name="p0x8" fmla="*/ 5865 w 5985"/>
              <a:gd name="p0y8" fmla="*/ 4290 h 4290"/>
              <a:gd name="p0x9" fmla="*/ 120 w 5985"/>
              <a:gd name="p0y9" fmla="*/ 4290 h 4290"/>
              <a:gd name="p0x10" fmla="*/ 53 w 5985"/>
              <a:gd name="p0y10" fmla="*/ 4290 h 4290"/>
              <a:gd name="p0x11" fmla="*/ 0 w 5985"/>
              <a:gd name="p0y11" fmla="*/ 4236 h 4290"/>
              <a:gd name="p0x12" fmla="*/ 0 w 5985"/>
              <a:gd name="p0y12" fmla="*/ 4170 h 4290"/>
              <a:gd name="p0x13" fmla="*/ 0 w 5985"/>
              <a:gd name="p0y13" fmla="*/ 120 h 4290"/>
              <a:gd name="p0x14" fmla="*/ 0 w 5985"/>
              <a:gd name="p0y14" fmla="*/ 53 h 4290"/>
              <a:gd name="p0x15" fmla="*/ 53 w 5985"/>
              <a:gd name="p0y15" fmla="*/ 0 h 4290"/>
              <a:gd name="p0x16" fmla="*/ 120 w 5985"/>
              <a:gd name="p0y16" fmla="*/ 0 h 42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noFill/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71450" dist="38100" dir="5399999" algn="ctr" rotWithShape="0">
              <a:schemeClr val="accent1">
                <a:alpha val="12157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a273f573-9bfe-11f1-a5bf-8a6f6add3af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" b="6"/>
          <a:stretch>
            <a:fillRect/>
          </a:stretch>
        </p:blipFill>
        <p:spPr>
          <a:xfrm>
            <a:off x="466729" y="1400175"/>
            <a:ext cx="3790941" cy="27146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970" h="4275">
                <a:moveTo>
                  <a:pt x="120" y="0"/>
                </a:moveTo>
                <a:lnTo>
                  <a:pt x="5850" y="0"/>
                </a:lnTo>
                <a:cubicBezTo>
                  <a:pt x="5916" y="0"/>
                  <a:pt x="5970" y="54"/>
                  <a:pt x="5970" y="120"/>
                </a:cubicBezTo>
                <a:lnTo>
                  <a:pt x="5970" y="4155"/>
                </a:lnTo>
                <a:cubicBezTo>
                  <a:pt x="5970" y="4221"/>
                  <a:pt x="5916" y="4275"/>
                  <a:pt x="5850" y="4275"/>
                </a:cubicBezTo>
                <a:lnTo>
                  <a:pt x="120" y="4275"/>
                </a:lnTo>
                <a:cubicBezTo>
                  <a:pt x="54" y="4275"/>
                  <a:pt x="0" y="4221"/>
                  <a:pt x="0" y="4155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581025" y="3724275"/>
            <a:ext cx="628015" cy="276225"/>
          </a:xfrm>
          <a:custGeom>
            <a:avLst/>
            <a:gdLst>
              <a:gd name="sw" fmla="*/ 1 w 989"/>
              <a:gd name="sh" fmla="*/ 1 h 435"/>
              <a:gd name="mins" fmla="min sw sh"/>
              <a:gd name="dsw" fmla="+- 0 sw mins"/>
              <a:gd name="dsh" fmla="+- 0 sh mins"/>
              <a:gd name="p0x0" fmla="*/ 217 w 989"/>
              <a:gd name="p0y0" fmla="*/ 0 h 435"/>
              <a:gd name="p0x1" fmla="*/ 772 w 989"/>
              <a:gd name="p0y1" fmla="*/ 0 h 435"/>
              <a:gd name="p0x2" fmla="*/ 892 w 989"/>
              <a:gd name="p0y2" fmla="*/ 0 h 435"/>
              <a:gd name="p0x3" fmla="*/ 989 w 989"/>
              <a:gd name="p0y3" fmla="*/ 97 h 435"/>
              <a:gd name="p0x4" fmla="*/ 989 w 989"/>
              <a:gd name="p0y4" fmla="*/ 217 h 435"/>
              <a:gd name="p0x5" fmla="*/ 989 w 989"/>
              <a:gd name="p0y5" fmla="*/ 337 h 435"/>
              <a:gd name="p0x6" fmla="*/ 892 w 989"/>
              <a:gd name="p0y6" fmla="*/ 435 h 435"/>
              <a:gd name="p0x7" fmla="*/ 772 w 989"/>
              <a:gd name="p0y7" fmla="*/ 435 h 435"/>
              <a:gd name="p0x8" fmla="*/ 217 w 989"/>
              <a:gd name="p0y8" fmla="*/ 435 h 435"/>
              <a:gd name="p0x9" fmla="*/ 97 w 989"/>
              <a:gd name="p0y9" fmla="*/ 435 h 435"/>
              <a:gd name="p0x10" fmla="*/ 0 w 989"/>
              <a:gd name="p0y10" fmla="*/ 337 h 435"/>
              <a:gd name="p0x11" fmla="*/ 0 w 989"/>
              <a:gd name="p0y11" fmla="*/ 217 h 435"/>
              <a:gd name="p0x12" fmla="*/ 0 w 989"/>
              <a:gd name="p0y12" fmla="*/ 97 h 435"/>
              <a:gd name="p0x13" fmla="*/ 97 w 989"/>
              <a:gd name="p0y13" fmla="*/ 0 h 435"/>
              <a:gd name="p0x14" fmla="*/ 217 w 989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695325" y="3762527"/>
            <a:ext cx="5522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rgbClr val="FFFFFF"/>
                </a:solidFill>
                <a:cs typeface="+mn-lt"/>
              </a:rPr>
              <a:t>4</a:t>
            </a:r>
            <a:r>
              <a:rPr lang="zh-CN" sz="1200" b="1">
                <a:solidFill>
                  <a:srgbClr val="FFFFFF"/>
                </a:solidFill>
                <a:cs typeface="+mn-lt"/>
              </a:rPr>
              <a:t>层板</a:t>
            </a:r>
            <a:endParaRPr lang="zh-CN"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1285240" y="3724275"/>
            <a:ext cx="545465" cy="276225"/>
          </a:xfrm>
          <a:custGeom>
            <a:avLst/>
            <a:gdLst>
              <a:gd name="sw" fmla="*/ 1 w 858"/>
              <a:gd name="sh" fmla="*/ 1 h 435"/>
              <a:gd name="mins" fmla="min sw sh"/>
              <a:gd name="dsw" fmla="+- 0 sw mins"/>
              <a:gd name="dsh" fmla="+- 0 sh mins"/>
              <a:gd name="p0x0" fmla="*/ 217 w 858"/>
              <a:gd name="p0y0" fmla="*/ 0 h 435"/>
              <a:gd name="p0x1" fmla="*/ 641 w 858"/>
              <a:gd name="p0y1" fmla="*/ 0 h 435"/>
              <a:gd name="p0x2" fmla="*/ 761 w 858"/>
              <a:gd name="p0y2" fmla="*/ 0 h 435"/>
              <a:gd name="p0x3" fmla="*/ 858 w 858"/>
              <a:gd name="p0y3" fmla="*/ 97 h 435"/>
              <a:gd name="p0x4" fmla="*/ 858 w 858"/>
              <a:gd name="p0y4" fmla="*/ 217 h 435"/>
              <a:gd name="p0x5" fmla="*/ 858 w 858"/>
              <a:gd name="p0y5" fmla="*/ 337 h 435"/>
              <a:gd name="p0x6" fmla="*/ 761 w 858"/>
              <a:gd name="p0y6" fmla="*/ 435 h 435"/>
              <a:gd name="p0x7" fmla="*/ 641 w 858"/>
              <a:gd name="p0y7" fmla="*/ 435 h 435"/>
              <a:gd name="p0x8" fmla="*/ 217 w 858"/>
              <a:gd name="p0y8" fmla="*/ 435 h 435"/>
              <a:gd name="p0x9" fmla="*/ 97 w 858"/>
              <a:gd name="p0y9" fmla="*/ 435 h 435"/>
              <a:gd name="p0x10" fmla="*/ 0 w 858"/>
              <a:gd name="p0y10" fmla="*/ 337 h 435"/>
              <a:gd name="p0x11" fmla="*/ 0 w 858"/>
              <a:gd name="p0y11" fmla="*/ 217 h 435"/>
              <a:gd name="p0x12" fmla="*/ 0 w 858"/>
              <a:gd name="p0y12" fmla="*/ 97 h 435"/>
              <a:gd name="p0x13" fmla="*/ 97 w 858"/>
              <a:gd name="p0y13" fmla="*/ 0 h 435"/>
              <a:gd name="p0x14" fmla="*/ 217 w 85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1400023" y="3762527"/>
            <a:ext cx="46910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50Ω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1906905" y="3724275"/>
            <a:ext cx="571500" cy="276225"/>
          </a:xfrm>
          <a:custGeom>
            <a:avLst/>
            <a:gdLst>
              <a:gd name="sw" fmla="*/ 1 w 899"/>
              <a:gd name="sh" fmla="*/ 1 h 435"/>
              <a:gd name="mins" fmla="min sw sh"/>
              <a:gd name="dsw" fmla="+- 0 sw mins"/>
              <a:gd name="dsh" fmla="+- 0 sh mins"/>
              <a:gd name="p0x0" fmla="*/ 217 w 899"/>
              <a:gd name="p0y0" fmla="*/ 0 h 435"/>
              <a:gd name="p0x1" fmla="*/ 682 w 899"/>
              <a:gd name="p0y1" fmla="*/ 0 h 435"/>
              <a:gd name="p0x2" fmla="*/ 802 w 899"/>
              <a:gd name="p0y2" fmla="*/ 0 h 435"/>
              <a:gd name="p0x3" fmla="*/ 899 w 899"/>
              <a:gd name="p0y3" fmla="*/ 97 h 435"/>
              <a:gd name="p0x4" fmla="*/ 899 w 899"/>
              <a:gd name="p0y4" fmla="*/ 217 h 435"/>
              <a:gd name="p0x5" fmla="*/ 899 w 899"/>
              <a:gd name="p0y5" fmla="*/ 337 h 435"/>
              <a:gd name="p0x6" fmla="*/ 802 w 899"/>
              <a:gd name="p0y6" fmla="*/ 435 h 435"/>
              <a:gd name="p0x7" fmla="*/ 682 w 899"/>
              <a:gd name="p0y7" fmla="*/ 435 h 435"/>
              <a:gd name="p0x8" fmla="*/ 217 w 899"/>
              <a:gd name="p0y8" fmla="*/ 435 h 435"/>
              <a:gd name="p0x9" fmla="*/ 97 w 899"/>
              <a:gd name="p0y9" fmla="*/ 435 h 435"/>
              <a:gd name="p0x10" fmla="*/ 0 w 899"/>
              <a:gd name="p0y10" fmla="*/ 337 h 435"/>
              <a:gd name="p0x11" fmla="*/ 0 w 899"/>
              <a:gd name="p0y11" fmla="*/ 217 h 435"/>
              <a:gd name="p0x12" fmla="*/ 0 w 899"/>
              <a:gd name="p0y12" fmla="*/ 97 h 435"/>
              <a:gd name="p0x13" fmla="*/ 97 w 899"/>
              <a:gd name="p0y13" fmla="*/ 0 h 435"/>
              <a:gd name="p0x14" fmla="*/ 217 w 899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2021529" y="3762527"/>
            <a:ext cx="4950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rgbClr val="FFFFFF"/>
                </a:solidFill>
                <a:cs typeface="+mn-lt"/>
              </a:rPr>
              <a:t>15</a:t>
            </a:r>
            <a:r>
              <a:rPr lang="zh-CN" sz="1200" b="1">
                <a:solidFill>
                  <a:srgbClr val="FFFFFF"/>
                </a:solidFill>
                <a:cs typeface="+mn-lt"/>
              </a:rPr>
              <a:t>元</a:t>
            </a:r>
            <a:endParaRPr lang="zh-CN"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20" name="任意多边形 19"/>
          <p:cNvSpPr/>
          <p:nvPr>
            <p:custDataLst>
              <p:tags r:id="rId15"/>
            </p:custDataLst>
          </p:nvPr>
        </p:nvSpPr>
        <p:spPr>
          <a:xfrm>
            <a:off x="4462145" y="1395095"/>
            <a:ext cx="7267575" cy="5000625"/>
          </a:xfrm>
          <a:custGeom>
            <a:avLst/>
            <a:gdLst>
              <a:gd name="sw" fmla="*/ 1 w 11445"/>
              <a:gd name="sh" fmla="*/ 1 h 7875"/>
              <a:gd name="mins" fmla="min sw sh"/>
              <a:gd name="dsw" fmla="+- 0 sw mins"/>
              <a:gd name="dsh" fmla="+- 0 sh mins"/>
              <a:gd name="p0x0" fmla="*/ 120 w 11445"/>
              <a:gd name="p0y0" fmla="*/ 0 h 7875"/>
              <a:gd name="p0x1" fmla="*/ 11325 w 11445"/>
              <a:gd name="p0y1" fmla="*/ 0 h 7875"/>
              <a:gd name="p0x2" fmla="*/ 11391 w 11445"/>
              <a:gd name="p0y2" fmla="*/ 0 h 7875"/>
              <a:gd name="p0x3" fmla="*/ 11445 w 11445"/>
              <a:gd name="p0y3" fmla="*/ 53 h 7875"/>
              <a:gd name="p0x4" fmla="*/ 11445 w 11445"/>
              <a:gd name="p0y4" fmla="*/ 120 h 7875"/>
              <a:gd name="p0x5" fmla="*/ 11445 w 11445"/>
              <a:gd name="p0y5" fmla="*/ 7755 h 7875"/>
              <a:gd name="p0x6" fmla="*/ 11445 w 11445"/>
              <a:gd name="p0y6" fmla="*/ 7821 h 7875"/>
              <a:gd name="p0x7" fmla="*/ 11391 w 11445"/>
              <a:gd name="p0y7" fmla="*/ 7875 h 7875"/>
              <a:gd name="p0x8" fmla="*/ 11325 w 11445"/>
              <a:gd name="p0y8" fmla="*/ 7875 h 7875"/>
              <a:gd name="p0x9" fmla="*/ 120 w 11445"/>
              <a:gd name="p0y9" fmla="*/ 7875 h 7875"/>
              <a:gd name="p0x10" fmla="*/ 53 w 11445"/>
              <a:gd name="p0y10" fmla="*/ 7875 h 7875"/>
              <a:gd name="p0x11" fmla="*/ 0 w 11445"/>
              <a:gd name="p0y11" fmla="*/ 7821 h 7875"/>
              <a:gd name="p0x12" fmla="*/ 0 w 11445"/>
              <a:gd name="p0y12" fmla="*/ 7755 h 7875"/>
              <a:gd name="p0x13" fmla="*/ 0 w 11445"/>
              <a:gd name="p0y13" fmla="*/ 120 h 7875"/>
              <a:gd name="p0x14" fmla="*/ 0 w 11445"/>
              <a:gd name="p0y14" fmla="*/ 53 h 7875"/>
              <a:gd name="p0x15" fmla="*/ 53 w 11445"/>
              <a:gd name="p0y15" fmla="*/ 0 h 7875"/>
              <a:gd name="p0x16" fmla="*/ 120 w 11445"/>
              <a:gd name="p0y16" fmla="*/ 0 h 7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42863" dist="9525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6"/>
            </p:custDataLst>
          </p:nvPr>
        </p:nvSpPr>
        <p:spPr>
          <a:xfrm>
            <a:off x="4657725" y="1590675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1A5E7A"/>
                </a:solidFill>
                <a:cs typeface="+mn-lt"/>
              </a:rPr>
              <a:t>技术突破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7"/>
            </p:custDataLst>
          </p:nvPr>
        </p:nvSpPr>
        <p:spPr>
          <a:xfrm>
            <a:off x="10442753" y="1681163"/>
            <a:ext cx="126347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 b="1" spc="81">
                <a:solidFill>
                  <a:srgbClr val="2AA4D0"/>
                </a:solidFill>
                <a:cs typeface="+mn-lt"/>
              </a:rPr>
              <a:t>5 </a:t>
            </a:r>
            <a:r>
              <a:rPr lang="zh-CN" sz="1350" b="1" spc="81">
                <a:solidFill>
                  <a:srgbClr val="2AA4D0"/>
                </a:solidFill>
                <a:cs typeface="+mn-lt"/>
              </a:rPr>
              <a:t>项核心突破</a:t>
            </a:r>
            <a:endParaRPr lang="zh-CN" sz="1350" b="1" spc="81">
              <a:solidFill>
                <a:srgbClr val="2AA4D0"/>
              </a:solidFill>
              <a:cs typeface="+mn-lt"/>
            </a:endParaRPr>
          </a:p>
        </p:txBody>
      </p:sp>
      <p:sp>
        <p:nvSpPr>
          <p:cNvPr id="24" name="任意多边形 23"/>
          <p:cNvSpPr/>
          <p:nvPr>
            <p:custDataLst>
              <p:tags r:id="rId18"/>
            </p:custDataLst>
          </p:nvPr>
        </p:nvSpPr>
        <p:spPr>
          <a:xfrm>
            <a:off x="4662170" y="2061845"/>
            <a:ext cx="6867525" cy="758190"/>
          </a:xfrm>
          <a:custGeom>
            <a:avLst/>
            <a:gdLst>
              <a:gd name="sw" fmla="*/ 1 w 10815"/>
              <a:gd name="sh" fmla="*/ 1 h 1194"/>
              <a:gd name="mins" fmla="min sw sh"/>
              <a:gd name="dsw" fmla="+- 0 sw mins"/>
              <a:gd name="dsh" fmla="+- 0 sh mins"/>
              <a:gd name="p0x0" fmla="*/ 120 w 10815"/>
              <a:gd name="p0y0" fmla="*/ 0 h 1194"/>
              <a:gd name="p0x1" fmla="*/ 10695 w 10815"/>
              <a:gd name="p0y1" fmla="*/ 0 h 1194"/>
              <a:gd name="p0x2" fmla="*/ 10761 w 10815"/>
              <a:gd name="p0y2" fmla="*/ 0 h 1194"/>
              <a:gd name="p0x3" fmla="*/ 10815 w 10815"/>
              <a:gd name="p0y3" fmla="*/ 53 h 1194"/>
              <a:gd name="p0x4" fmla="*/ 10815 w 10815"/>
              <a:gd name="p0y4" fmla="*/ 120 h 1194"/>
              <a:gd name="p0x5" fmla="*/ 10815 w 10815"/>
              <a:gd name="p0y5" fmla="*/ 1074 h 1194"/>
              <a:gd name="p0x6" fmla="*/ 10815 w 10815"/>
              <a:gd name="p0y6" fmla="*/ 1140 h 1194"/>
              <a:gd name="p0x7" fmla="*/ 10761 w 10815"/>
              <a:gd name="p0y7" fmla="*/ 1194 h 1194"/>
              <a:gd name="p0x8" fmla="*/ 10695 w 10815"/>
              <a:gd name="p0y8" fmla="*/ 1194 h 1194"/>
              <a:gd name="p0x9" fmla="*/ 120 w 10815"/>
              <a:gd name="p0y9" fmla="*/ 1194 h 1194"/>
              <a:gd name="p0x10" fmla="*/ 53 w 10815"/>
              <a:gd name="p0y10" fmla="*/ 1194 h 1194"/>
              <a:gd name="p0x11" fmla="*/ 0 w 10815"/>
              <a:gd name="p0y11" fmla="*/ 1140 h 1194"/>
              <a:gd name="p0x12" fmla="*/ 0 w 10815"/>
              <a:gd name="p0y12" fmla="*/ 1074 h 1194"/>
              <a:gd name="p0x13" fmla="*/ 0 w 10815"/>
              <a:gd name="p0y13" fmla="*/ 120 h 1194"/>
              <a:gd name="p0x14" fmla="*/ 0 w 10815"/>
              <a:gd name="p0y14" fmla="*/ 53 h 1194"/>
              <a:gd name="p0x15" fmla="*/ 53 w 10815"/>
              <a:gd name="p0y15" fmla="*/ 0 h 1194"/>
              <a:gd name="p0x16" fmla="*/ 120 w 10815"/>
              <a:gd name="p0y16" fmla="*/ 0 h 119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19"/>
            </p:custDataLst>
          </p:nvPr>
        </p:nvSpPr>
        <p:spPr>
          <a:xfrm>
            <a:off x="4819650" y="22694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0"/>
            </p:custDataLst>
          </p:nvPr>
        </p:nvSpPr>
        <p:spPr>
          <a:xfrm>
            <a:off x="4943551" y="2341216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1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27" name="文本框 26"/>
          <p:cNvSpPr txBox="1"/>
          <p:nvPr>
            <p:custDataLst>
              <p:tags r:id="rId21"/>
            </p:custDataLst>
          </p:nvPr>
        </p:nvSpPr>
        <p:spPr>
          <a:xfrm>
            <a:off x="5314950" y="2315023"/>
            <a:ext cx="107141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1A5E7A"/>
                </a:solidFill>
                <a:cs typeface="+mn-lt"/>
              </a:rPr>
              <a:t>4</a:t>
            </a:r>
            <a:r>
              <a:rPr lang="zh-CN" sz="1500" b="1">
                <a:solidFill>
                  <a:srgbClr val="1A5E7A"/>
                </a:solidFill>
                <a:cs typeface="+mn-lt"/>
              </a:rPr>
              <a:t>层板设计</a:t>
            </a:r>
            <a:endParaRPr lang="zh-CN" sz="15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22"/>
            </p:custDataLst>
          </p:nvPr>
        </p:nvSpPr>
        <p:spPr>
          <a:xfrm>
            <a:off x="6310160" y="2325024"/>
            <a:ext cx="5224091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4A7A8F"/>
                </a:solidFill>
                <a:cs typeface="+mn-lt"/>
              </a:rPr>
              <a:t>信号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-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地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-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电源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-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信号叠层结构，有效降低信号回路面积与电磁干扰</a:t>
            </a:r>
            <a:endParaRPr lang="zh-CN" altLang="en-US"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29" name="任意多边形 28"/>
          <p:cNvSpPr/>
          <p:nvPr>
            <p:custDataLst>
              <p:tags r:id="rId23"/>
            </p:custDataLst>
          </p:nvPr>
        </p:nvSpPr>
        <p:spPr>
          <a:xfrm>
            <a:off x="4662170" y="2905760"/>
            <a:ext cx="6867525" cy="758190"/>
          </a:xfrm>
          <a:custGeom>
            <a:avLst/>
            <a:gdLst>
              <a:gd name="sw" fmla="*/ 1 w 10815"/>
              <a:gd name="sh" fmla="*/ 1 h 1194"/>
              <a:gd name="mins" fmla="min sw sh"/>
              <a:gd name="dsw" fmla="+- 0 sw mins"/>
              <a:gd name="dsh" fmla="+- 0 sh mins"/>
              <a:gd name="p0x0" fmla="*/ 120 w 10815"/>
              <a:gd name="p0y0" fmla="*/ 0 h 1194"/>
              <a:gd name="p0x1" fmla="*/ 10695 w 10815"/>
              <a:gd name="p0y1" fmla="*/ 0 h 1194"/>
              <a:gd name="p0x2" fmla="*/ 10761 w 10815"/>
              <a:gd name="p0y2" fmla="*/ 0 h 1194"/>
              <a:gd name="p0x3" fmla="*/ 10815 w 10815"/>
              <a:gd name="p0y3" fmla="*/ 53 h 1194"/>
              <a:gd name="p0x4" fmla="*/ 10815 w 10815"/>
              <a:gd name="p0y4" fmla="*/ 120 h 1194"/>
              <a:gd name="p0x5" fmla="*/ 10815 w 10815"/>
              <a:gd name="p0y5" fmla="*/ 1074 h 1194"/>
              <a:gd name="p0x6" fmla="*/ 10815 w 10815"/>
              <a:gd name="p0y6" fmla="*/ 1140 h 1194"/>
              <a:gd name="p0x7" fmla="*/ 10761 w 10815"/>
              <a:gd name="p0y7" fmla="*/ 1194 h 1194"/>
              <a:gd name="p0x8" fmla="*/ 10695 w 10815"/>
              <a:gd name="p0y8" fmla="*/ 1194 h 1194"/>
              <a:gd name="p0x9" fmla="*/ 120 w 10815"/>
              <a:gd name="p0y9" fmla="*/ 1194 h 1194"/>
              <a:gd name="p0x10" fmla="*/ 53 w 10815"/>
              <a:gd name="p0y10" fmla="*/ 1194 h 1194"/>
              <a:gd name="p0x11" fmla="*/ 0 w 10815"/>
              <a:gd name="p0y11" fmla="*/ 1140 h 1194"/>
              <a:gd name="p0x12" fmla="*/ 0 w 10815"/>
              <a:gd name="p0y12" fmla="*/ 1074 h 1194"/>
              <a:gd name="p0x13" fmla="*/ 0 w 10815"/>
              <a:gd name="p0y13" fmla="*/ 120 h 1194"/>
              <a:gd name="p0x14" fmla="*/ 0 w 10815"/>
              <a:gd name="p0y14" fmla="*/ 53 h 1194"/>
              <a:gd name="p0x15" fmla="*/ 53 w 10815"/>
              <a:gd name="p0y15" fmla="*/ 0 h 1194"/>
              <a:gd name="p0x16" fmla="*/ 120 w 10815"/>
              <a:gd name="p0y16" fmla="*/ 0 h 119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24"/>
            </p:custDataLst>
          </p:nvPr>
        </p:nvSpPr>
        <p:spPr>
          <a:xfrm>
            <a:off x="4819650" y="311340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5"/>
            </p:custDataLst>
          </p:nvPr>
        </p:nvSpPr>
        <p:spPr>
          <a:xfrm>
            <a:off x="4943551" y="3185151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2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26"/>
            </p:custDataLst>
          </p:nvPr>
        </p:nvSpPr>
        <p:spPr>
          <a:xfrm>
            <a:off x="5314950" y="3158957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A5E7A"/>
                </a:solidFill>
                <a:cs typeface="+mn-lt"/>
              </a:rPr>
              <a:t>射频信号设计</a:t>
            </a:r>
            <a:endParaRPr sz="15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27"/>
            </p:custDataLst>
          </p:nvPr>
        </p:nvSpPr>
        <p:spPr>
          <a:xfrm>
            <a:off x="6572250" y="3168958"/>
            <a:ext cx="4800600" cy="2371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4A7A8F"/>
                </a:solidFill>
                <a:cs typeface="+mn-lt"/>
              </a:rPr>
              <a:t>蓝牙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2.4GHz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严格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 </a:t>
            </a:r>
            <a:r>
              <a:rPr lang="en-US" altLang="zh-CN" sz="1350" b="1">
                <a:solidFill>
                  <a:srgbClr val="2AA4D0"/>
                </a:solidFill>
                <a:cs typeface="+mn-lt"/>
              </a:rPr>
              <a:t>50Ω</a:t>
            </a:r>
            <a:r>
              <a:rPr lang="zh-CN" altLang="en-US" sz="1350" b="1">
                <a:solidFill>
                  <a:srgbClr val="2AA4D0"/>
                </a:solidFill>
                <a:cs typeface="+mn-lt"/>
              </a:rPr>
              <a:t>阻抗匹配</a:t>
            </a:r>
            <a:r>
              <a:rPr sz="1350">
                <a:solidFill>
                  <a:srgbClr val="4A7A8F"/>
                </a:solidFill>
                <a:cs typeface="+mn-lt"/>
              </a:rPr>
              <a:t>，仿真验证信号完整性</a:t>
            </a:r>
            <a:endParaRPr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34" name="任意多边形 33"/>
          <p:cNvSpPr/>
          <p:nvPr>
            <p:custDataLst>
              <p:tags r:id="rId28"/>
            </p:custDataLst>
          </p:nvPr>
        </p:nvSpPr>
        <p:spPr>
          <a:xfrm>
            <a:off x="4662170" y="3749675"/>
            <a:ext cx="6867525" cy="758190"/>
          </a:xfrm>
          <a:custGeom>
            <a:avLst/>
            <a:gdLst>
              <a:gd name="sw" fmla="*/ 1 w 10815"/>
              <a:gd name="sh" fmla="*/ 1 h 1194"/>
              <a:gd name="mins" fmla="min sw sh"/>
              <a:gd name="dsw" fmla="+- 0 sw mins"/>
              <a:gd name="dsh" fmla="+- 0 sh mins"/>
              <a:gd name="p0x0" fmla="*/ 120 w 10815"/>
              <a:gd name="p0y0" fmla="*/ 0 h 1194"/>
              <a:gd name="p0x1" fmla="*/ 10695 w 10815"/>
              <a:gd name="p0y1" fmla="*/ 0 h 1194"/>
              <a:gd name="p0x2" fmla="*/ 10761 w 10815"/>
              <a:gd name="p0y2" fmla="*/ 0 h 1194"/>
              <a:gd name="p0x3" fmla="*/ 10815 w 10815"/>
              <a:gd name="p0y3" fmla="*/ 53 h 1194"/>
              <a:gd name="p0x4" fmla="*/ 10815 w 10815"/>
              <a:gd name="p0y4" fmla="*/ 120 h 1194"/>
              <a:gd name="p0x5" fmla="*/ 10815 w 10815"/>
              <a:gd name="p0y5" fmla="*/ 1074 h 1194"/>
              <a:gd name="p0x6" fmla="*/ 10815 w 10815"/>
              <a:gd name="p0y6" fmla="*/ 1140 h 1194"/>
              <a:gd name="p0x7" fmla="*/ 10761 w 10815"/>
              <a:gd name="p0y7" fmla="*/ 1194 h 1194"/>
              <a:gd name="p0x8" fmla="*/ 10695 w 10815"/>
              <a:gd name="p0y8" fmla="*/ 1194 h 1194"/>
              <a:gd name="p0x9" fmla="*/ 120 w 10815"/>
              <a:gd name="p0y9" fmla="*/ 1194 h 1194"/>
              <a:gd name="p0x10" fmla="*/ 53 w 10815"/>
              <a:gd name="p0y10" fmla="*/ 1194 h 1194"/>
              <a:gd name="p0x11" fmla="*/ 0 w 10815"/>
              <a:gd name="p0y11" fmla="*/ 1140 h 1194"/>
              <a:gd name="p0x12" fmla="*/ 0 w 10815"/>
              <a:gd name="p0y12" fmla="*/ 1074 h 1194"/>
              <a:gd name="p0x13" fmla="*/ 0 w 10815"/>
              <a:gd name="p0y13" fmla="*/ 120 h 1194"/>
              <a:gd name="p0x14" fmla="*/ 0 w 10815"/>
              <a:gd name="p0y14" fmla="*/ 53 h 1194"/>
              <a:gd name="p0x15" fmla="*/ 53 w 10815"/>
              <a:gd name="p0y15" fmla="*/ 0 h 1194"/>
              <a:gd name="p0x16" fmla="*/ 120 w 10815"/>
              <a:gd name="p0y16" fmla="*/ 0 h 119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29"/>
            </p:custDataLst>
          </p:nvPr>
        </p:nvSpPr>
        <p:spPr>
          <a:xfrm>
            <a:off x="4819650" y="39573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0"/>
            </p:custDataLst>
          </p:nvPr>
        </p:nvSpPr>
        <p:spPr>
          <a:xfrm>
            <a:off x="4943551" y="4029075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3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31"/>
            </p:custDataLst>
          </p:nvPr>
        </p:nvSpPr>
        <p:spPr>
          <a:xfrm>
            <a:off x="5314950" y="4002881"/>
            <a:ext cx="1143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A5E7A"/>
                </a:solidFill>
                <a:cs typeface="+mn-lt"/>
              </a:rPr>
              <a:t>低功耗设计</a:t>
            </a:r>
            <a:endParaRPr sz="15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38" name="文本框 37"/>
          <p:cNvSpPr txBox="1"/>
          <p:nvPr>
            <p:custDataLst>
              <p:tags r:id="rId32"/>
            </p:custDataLst>
          </p:nvPr>
        </p:nvSpPr>
        <p:spPr>
          <a:xfrm>
            <a:off x="6381750" y="4012883"/>
            <a:ext cx="4991100" cy="2371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350">
                <a:solidFill>
                  <a:srgbClr val="4A7A8F"/>
                </a:solidFill>
                <a:cs typeface="+mn-lt"/>
              </a:rPr>
              <a:t>SHT20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休眠仅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 </a:t>
            </a:r>
            <a:r>
              <a:rPr sz="1350" b="1">
                <a:solidFill>
                  <a:srgbClr val="2AA4D0"/>
                </a:solidFill>
                <a:cs typeface="+mn-lt"/>
              </a:rPr>
              <a:t>0.15µA</a:t>
            </a:r>
            <a:r>
              <a:rPr lang="zh-CN" sz="1350">
                <a:solidFill>
                  <a:srgbClr val="4A7A8F"/>
                </a:solidFill>
                <a:cs typeface="+mn-lt"/>
              </a:rPr>
              <a:t>，测量状态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 </a:t>
            </a:r>
            <a:r>
              <a:rPr sz="1350" b="1">
                <a:solidFill>
                  <a:srgbClr val="2AA4D0"/>
                </a:solidFill>
                <a:cs typeface="+mn-lt"/>
              </a:rPr>
              <a:t>300µA</a:t>
            </a:r>
            <a:r>
              <a:rPr sz="1350">
                <a:solidFill>
                  <a:srgbClr val="4A7A8F"/>
                </a:solidFill>
                <a:cs typeface="+mn-lt"/>
              </a:rPr>
              <a:t>，满足电池长续航</a:t>
            </a:r>
            <a:endParaRPr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39" name="任意多边形 38"/>
          <p:cNvSpPr/>
          <p:nvPr>
            <p:custDataLst>
              <p:tags r:id="rId33"/>
            </p:custDataLst>
          </p:nvPr>
        </p:nvSpPr>
        <p:spPr>
          <a:xfrm>
            <a:off x="4662170" y="4593590"/>
            <a:ext cx="6867525" cy="758190"/>
          </a:xfrm>
          <a:custGeom>
            <a:avLst/>
            <a:gdLst>
              <a:gd name="sw" fmla="*/ 1 w 10815"/>
              <a:gd name="sh" fmla="*/ 1 h 1194"/>
              <a:gd name="mins" fmla="min sw sh"/>
              <a:gd name="dsw" fmla="+- 0 sw mins"/>
              <a:gd name="dsh" fmla="+- 0 sh mins"/>
              <a:gd name="p0x0" fmla="*/ 120 w 10815"/>
              <a:gd name="p0y0" fmla="*/ 0 h 1194"/>
              <a:gd name="p0x1" fmla="*/ 10695 w 10815"/>
              <a:gd name="p0y1" fmla="*/ 0 h 1194"/>
              <a:gd name="p0x2" fmla="*/ 10761 w 10815"/>
              <a:gd name="p0y2" fmla="*/ 0 h 1194"/>
              <a:gd name="p0x3" fmla="*/ 10815 w 10815"/>
              <a:gd name="p0y3" fmla="*/ 53 h 1194"/>
              <a:gd name="p0x4" fmla="*/ 10815 w 10815"/>
              <a:gd name="p0y4" fmla="*/ 120 h 1194"/>
              <a:gd name="p0x5" fmla="*/ 10815 w 10815"/>
              <a:gd name="p0y5" fmla="*/ 1074 h 1194"/>
              <a:gd name="p0x6" fmla="*/ 10815 w 10815"/>
              <a:gd name="p0y6" fmla="*/ 1140 h 1194"/>
              <a:gd name="p0x7" fmla="*/ 10761 w 10815"/>
              <a:gd name="p0y7" fmla="*/ 1194 h 1194"/>
              <a:gd name="p0x8" fmla="*/ 10695 w 10815"/>
              <a:gd name="p0y8" fmla="*/ 1194 h 1194"/>
              <a:gd name="p0x9" fmla="*/ 120 w 10815"/>
              <a:gd name="p0y9" fmla="*/ 1194 h 1194"/>
              <a:gd name="p0x10" fmla="*/ 53 w 10815"/>
              <a:gd name="p0y10" fmla="*/ 1194 h 1194"/>
              <a:gd name="p0x11" fmla="*/ 0 w 10815"/>
              <a:gd name="p0y11" fmla="*/ 1140 h 1194"/>
              <a:gd name="p0x12" fmla="*/ 0 w 10815"/>
              <a:gd name="p0y12" fmla="*/ 1074 h 1194"/>
              <a:gd name="p0x13" fmla="*/ 0 w 10815"/>
              <a:gd name="p0y13" fmla="*/ 120 h 1194"/>
              <a:gd name="p0x14" fmla="*/ 0 w 10815"/>
              <a:gd name="p0y14" fmla="*/ 53 h 1194"/>
              <a:gd name="p0x15" fmla="*/ 53 w 10815"/>
              <a:gd name="p0y15" fmla="*/ 0 h 1194"/>
              <a:gd name="p0x16" fmla="*/ 120 w 10815"/>
              <a:gd name="p0y16" fmla="*/ 0 h 119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34"/>
            </p:custDataLst>
          </p:nvPr>
        </p:nvSpPr>
        <p:spPr>
          <a:xfrm>
            <a:off x="4819650" y="48012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5"/>
            </p:custDataLst>
          </p:nvPr>
        </p:nvSpPr>
        <p:spPr>
          <a:xfrm>
            <a:off x="4943551" y="4873009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4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36"/>
            </p:custDataLst>
          </p:nvPr>
        </p:nvSpPr>
        <p:spPr>
          <a:xfrm>
            <a:off x="5314950" y="4846815"/>
            <a:ext cx="101404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1A5E7A"/>
                </a:solidFill>
                <a:cs typeface="+mn-lt"/>
              </a:rPr>
              <a:t>DFM</a:t>
            </a:r>
            <a:r>
              <a:rPr lang="zh-CN" sz="1500" b="1">
                <a:solidFill>
                  <a:srgbClr val="1A5E7A"/>
                </a:solidFill>
                <a:cs typeface="+mn-lt"/>
              </a:rPr>
              <a:t>设计</a:t>
            </a:r>
            <a:endParaRPr lang="zh-CN" sz="15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43" name="文本框 42"/>
          <p:cNvSpPr txBox="1"/>
          <p:nvPr>
            <p:custDataLst>
              <p:tags r:id="rId37"/>
            </p:custDataLst>
          </p:nvPr>
        </p:nvSpPr>
        <p:spPr>
          <a:xfrm>
            <a:off x="6252791" y="4856817"/>
            <a:ext cx="512005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4A7A8F"/>
                </a:solidFill>
                <a:cs typeface="+mn-lt"/>
              </a:rPr>
              <a:t>嘉立创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DFM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助手检查优化，确保设计可量产</a:t>
            </a:r>
            <a:endParaRPr lang="zh-CN" altLang="en-US"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44" name="任意多边形 43"/>
          <p:cNvSpPr/>
          <p:nvPr>
            <p:custDataLst>
              <p:tags r:id="rId38"/>
            </p:custDataLst>
          </p:nvPr>
        </p:nvSpPr>
        <p:spPr>
          <a:xfrm>
            <a:off x="4662170" y="5437505"/>
            <a:ext cx="6867525" cy="758190"/>
          </a:xfrm>
          <a:custGeom>
            <a:avLst/>
            <a:gdLst>
              <a:gd name="sw" fmla="*/ 1 w 10815"/>
              <a:gd name="sh" fmla="*/ 1 h 1194"/>
              <a:gd name="mins" fmla="min sw sh"/>
              <a:gd name="dsw" fmla="+- 0 sw mins"/>
              <a:gd name="dsh" fmla="+- 0 sh mins"/>
              <a:gd name="p0x0" fmla="*/ 120 w 10815"/>
              <a:gd name="p0y0" fmla="*/ 0 h 1194"/>
              <a:gd name="p0x1" fmla="*/ 10695 w 10815"/>
              <a:gd name="p0y1" fmla="*/ 0 h 1194"/>
              <a:gd name="p0x2" fmla="*/ 10761 w 10815"/>
              <a:gd name="p0y2" fmla="*/ 0 h 1194"/>
              <a:gd name="p0x3" fmla="*/ 10815 w 10815"/>
              <a:gd name="p0y3" fmla="*/ 53 h 1194"/>
              <a:gd name="p0x4" fmla="*/ 10815 w 10815"/>
              <a:gd name="p0y4" fmla="*/ 120 h 1194"/>
              <a:gd name="p0x5" fmla="*/ 10815 w 10815"/>
              <a:gd name="p0y5" fmla="*/ 1074 h 1194"/>
              <a:gd name="p0x6" fmla="*/ 10815 w 10815"/>
              <a:gd name="p0y6" fmla="*/ 1140 h 1194"/>
              <a:gd name="p0x7" fmla="*/ 10761 w 10815"/>
              <a:gd name="p0y7" fmla="*/ 1194 h 1194"/>
              <a:gd name="p0x8" fmla="*/ 10695 w 10815"/>
              <a:gd name="p0y8" fmla="*/ 1194 h 1194"/>
              <a:gd name="p0x9" fmla="*/ 120 w 10815"/>
              <a:gd name="p0y9" fmla="*/ 1194 h 1194"/>
              <a:gd name="p0x10" fmla="*/ 53 w 10815"/>
              <a:gd name="p0y10" fmla="*/ 1194 h 1194"/>
              <a:gd name="p0x11" fmla="*/ 0 w 10815"/>
              <a:gd name="p0y11" fmla="*/ 1140 h 1194"/>
              <a:gd name="p0x12" fmla="*/ 0 w 10815"/>
              <a:gd name="p0y12" fmla="*/ 1074 h 1194"/>
              <a:gd name="p0x13" fmla="*/ 0 w 10815"/>
              <a:gd name="p0y13" fmla="*/ 120 h 1194"/>
              <a:gd name="p0x14" fmla="*/ 0 w 10815"/>
              <a:gd name="p0y14" fmla="*/ 53 h 1194"/>
              <a:gd name="p0x15" fmla="*/ 53 w 10815"/>
              <a:gd name="p0y15" fmla="*/ 0 h 1194"/>
              <a:gd name="p0x16" fmla="*/ 120 w 10815"/>
              <a:gd name="p0y16" fmla="*/ 0 h 119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5FA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39"/>
            </p:custDataLst>
          </p:nvPr>
        </p:nvSpPr>
        <p:spPr>
          <a:xfrm>
            <a:off x="4819650" y="56451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40"/>
            </p:custDataLst>
          </p:nvPr>
        </p:nvSpPr>
        <p:spPr>
          <a:xfrm>
            <a:off x="4943551" y="5716934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cs typeface="+mn-lt"/>
              </a:rPr>
              <a:t>5</a:t>
            </a:r>
            <a:endParaRPr sz="1200" b="1">
              <a:solidFill>
                <a:srgbClr val="FFFFFF"/>
              </a:solidFill>
              <a:cs typeface="+mn-lt"/>
            </a:endParaRPr>
          </a:p>
        </p:txBody>
      </p:sp>
      <p:sp>
        <p:nvSpPr>
          <p:cNvPr id="47" name="文本框 46"/>
          <p:cNvSpPr txBox="1"/>
          <p:nvPr>
            <p:custDataLst>
              <p:tags r:id="rId41"/>
            </p:custDataLst>
          </p:nvPr>
        </p:nvSpPr>
        <p:spPr>
          <a:xfrm>
            <a:off x="5314950" y="5690740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1A5E7A"/>
                </a:solidFill>
                <a:cs typeface="+mn-lt"/>
              </a:rPr>
              <a:t>成本控制</a:t>
            </a:r>
            <a:endParaRPr sz="15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48" name="文本框 47"/>
          <p:cNvSpPr txBox="1"/>
          <p:nvPr>
            <p:custDataLst>
              <p:tags r:id="rId42"/>
            </p:custDataLst>
          </p:nvPr>
        </p:nvSpPr>
        <p:spPr>
          <a:xfrm>
            <a:off x="6191250" y="5700741"/>
            <a:ext cx="5181600" cy="2371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350">
                <a:solidFill>
                  <a:srgbClr val="4A7A8F"/>
                </a:solidFill>
                <a:cs typeface="+mn-lt"/>
              </a:rPr>
              <a:t>BOM</a:t>
            </a:r>
            <a:r>
              <a:rPr lang="zh-CN" altLang="en-US" sz="1350">
                <a:solidFill>
                  <a:srgbClr val="4A7A8F"/>
                </a:solidFill>
                <a:cs typeface="+mn-lt"/>
              </a:rPr>
              <a:t>严格控制在</a:t>
            </a:r>
            <a:r>
              <a:rPr lang="en-US" altLang="zh-CN" sz="1350">
                <a:solidFill>
                  <a:srgbClr val="4A7A8F"/>
                </a:solidFill>
                <a:cs typeface="+mn-lt"/>
              </a:rPr>
              <a:t> </a:t>
            </a:r>
            <a:r>
              <a:rPr lang="en-US" altLang="zh-CN" sz="1350" b="1">
                <a:solidFill>
                  <a:srgbClr val="2AA4D0"/>
                </a:solidFill>
                <a:cs typeface="+mn-lt"/>
              </a:rPr>
              <a:t>15</a:t>
            </a:r>
            <a:r>
              <a:rPr lang="zh-CN" altLang="en-US" sz="1350" b="1">
                <a:solidFill>
                  <a:srgbClr val="2AA4D0"/>
                </a:solidFill>
                <a:cs typeface="+mn-lt"/>
              </a:rPr>
              <a:t>元以内</a:t>
            </a:r>
            <a:r>
              <a:rPr sz="1350">
                <a:solidFill>
                  <a:srgbClr val="4A7A8F"/>
                </a:solidFill>
                <a:cs typeface="+mn-lt"/>
              </a:rPr>
              <a:t>，性能与成本精准平衡</a:t>
            </a:r>
            <a:endParaRPr sz="1350">
              <a:solidFill>
                <a:srgbClr val="4A7A8F"/>
              </a:solidFill>
              <a:cs typeface="+mn-lt"/>
            </a:endParaRPr>
          </a:p>
        </p:txBody>
      </p:sp>
      <p:sp>
        <p:nvSpPr>
          <p:cNvPr id="21" name="任意多边形 20"/>
          <p:cNvSpPr/>
          <p:nvPr>
            <p:custDataLst>
              <p:tags r:id="rId43"/>
            </p:custDataLst>
          </p:nvPr>
        </p:nvSpPr>
        <p:spPr>
          <a:xfrm>
            <a:off x="4483938" y="1400175"/>
            <a:ext cx="7224624" cy="285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377" h="45">
                <a:moveTo>
                  <a:pt x="94" y="0"/>
                </a:moveTo>
                <a:lnTo>
                  <a:pt x="11284" y="0"/>
                </a:lnTo>
                <a:cubicBezTo>
                  <a:pt x="11322" y="0"/>
                  <a:pt x="11355" y="18"/>
                  <a:pt x="11377" y="45"/>
                </a:cubicBezTo>
                <a:lnTo>
                  <a:pt x="0" y="45"/>
                </a:lnTo>
                <a:cubicBezTo>
                  <a:pt x="22" y="18"/>
                  <a:pt x="56" y="0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>
            <p:custDataLst>
              <p:tags r:id="rId44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5"/>
            </p:custDataLst>
          </p:nvPr>
        </p:nvSpPr>
        <p:spPr>
          <a:xfrm>
            <a:off x="609600" y="433388"/>
            <a:ext cx="5334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A5E7A"/>
                </a:solidFill>
                <a:cs typeface="+mn-lt"/>
              </a:rPr>
              <a:t>五大核心技术突破与成果交付</a:t>
            </a:r>
            <a:endParaRPr sz="3000" b="1">
              <a:solidFill>
                <a:srgbClr val="1A5E7A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09625" y="1640681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666750" y="4350385"/>
            <a:ext cx="4572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66750" y="3460909"/>
            <a:ext cx="5334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经验教训与未来展望</a:t>
            </a:r>
            <a:endParaRPr sz="4200" b="1">
              <a:solidFill>
                <a:srgbClr val="1A5E7A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66750" y="4593431"/>
            <a:ext cx="390986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7A8F"/>
                </a:solidFill>
                <a:cs typeface="+mn-lt"/>
              </a:rPr>
              <a:t>沉淀经验，展望未来</a:t>
            </a:r>
            <a:endParaRPr sz="1500" spc="30">
              <a:solidFill>
                <a:srgbClr val="4A7A8F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lang="en-US" sz="1500" spc="30">
                <a:solidFill>
                  <a:srgbClr val="4A7A8F"/>
                </a:solidFill>
                <a:cs typeface="+mn-lt"/>
              </a:rPr>
              <a:t>8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周项目为物联网智能硬件开发奠定坚实基础</a:t>
            </a:r>
            <a:endParaRPr lang="zh-CN" altLang="en-US"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 rot="2700000">
            <a:off x="666115" y="1704975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1819910" y="172402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666750" y="2050256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2AA4D0">
                    <a:alpha val="15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06</a:t>
            </a:r>
            <a:endParaRPr sz="9000" b="1">
              <a:solidFill>
                <a:srgbClr val="2AA4D0">
                  <a:alpha val="15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14350"/>
            <a:ext cx="38100" cy="381000"/>
          </a:xfrm>
          <a:custGeom>
            <a:avLst/>
            <a:gdLst>
              <a:gd name="sw" fmla="*/ 1 w 60"/>
              <a:gd name="sh" fmla="*/ 1 h 600"/>
              <a:gd name="mins" fmla="min sw sh"/>
              <a:gd name="dsw" fmla="+- 0 sw mins"/>
              <a:gd name="dsh" fmla="+- 0 sh mins"/>
              <a:gd name="p0x0" fmla="*/ 30 w 60"/>
              <a:gd name="p0y0" fmla="*/ 0 h 600"/>
              <a:gd name="p0x1" fmla="*/ 46 w 60"/>
              <a:gd name="p0y1" fmla="*/ 0 h 600"/>
              <a:gd name="p0x2" fmla="*/ 60 w 60"/>
              <a:gd name="p0y2" fmla="*/ 13 h 600"/>
              <a:gd name="p0x3" fmla="*/ 60 w 60"/>
              <a:gd name="p0y3" fmla="*/ 30 h 600"/>
              <a:gd name="p0x4" fmla="*/ 60 w 60"/>
              <a:gd name="p0y4" fmla="*/ 570 h 600"/>
              <a:gd name="p0x5" fmla="*/ 60 w 60"/>
              <a:gd name="p0y5" fmla="*/ 586 h 600"/>
              <a:gd name="p0x6" fmla="*/ 46 w 60"/>
              <a:gd name="p0y6" fmla="*/ 600 h 600"/>
              <a:gd name="p0x7" fmla="*/ 30 w 60"/>
              <a:gd name="p0y7" fmla="*/ 600 h 600"/>
              <a:gd name="p0x8" fmla="*/ 13 w 60"/>
              <a:gd name="p0y8" fmla="*/ 600 h 600"/>
              <a:gd name="p0x9" fmla="*/ 0 w 60"/>
              <a:gd name="p0y9" fmla="*/ 586 h 600"/>
              <a:gd name="p0x10" fmla="*/ 0 w 60"/>
              <a:gd name="p0y10" fmla="*/ 570 h 600"/>
              <a:gd name="p0x11" fmla="*/ 0 w 60"/>
              <a:gd name="p0y11" fmla="*/ 30 h 600"/>
              <a:gd name="p0x12" fmla="*/ 0 w 60"/>
              <a:gd name="p0y12" fmla="*/ 13 h 600"/>
              <a:gd name="p0x13" fmla="*/ 13 w 60"/>
              <a:gd name="p0y13" fmla="*/ 0 h 600"/>
              <a:gd name="p0x14" fmla="*/ 30 w 60"/>
              <a:gd name="p0y14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433388"/>
            <a:ext cx="4953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A5E7A"/>
                </a:solidFill>
                <a:cs typeface="+mn-lt"/>
              </a:rPr>
              <a:t>项目执行中的关键经验教训</a:t>
            </a:r>
            <a:endParaRPr sz="30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09600" y="995363"/>
            <a:ext cx="4572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三条经验，覆盖选型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 → 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布局</a:t>
            </a:r>
            <a:r>
              <a:rPr lang="en-US" altLang="zh-CN" sz="1500" spc="30">
                <a:solidFill>
                  <a:srgbClr val="4A7A8F"/>
                </a:solidFill>
                <a:cs typeface="+mn-lt"/>
              </a:rPr>
              <a:t> → 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制造全链路</a:t>
            </a:r>
            <a:endParaRPr lang="zh-CN" altLang="en-US"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461645" y="1547495"/>
            <a:ext cx="3597275" cy="4848225"/>
          </a:xfrm>
          <a:custGeom>
            <a:avLst/>
            <a:gdLst>
              <a:gd name="sw" fmla="*/ 1 w 5664"/>
              <a:gd name="sh" fmla="*/ 1 h 7635"/>
              <a:gd name="mins" fmla="min sw sh"/>
              <a:gd name="dsw" fmla="+- 0 sw mins"/>
              <a:gd name="dsh" fmla="+- 0 sh mins"/>
              <a:gd name="p0x0" fmla="*/ 120 w 5664"/>
              <a:gd name="p0y0" fmla="*/ 0 h 7635"/>
              <a:gd name="p0x1" fmla="*/ 5544 w 5664"/>
              <a:gd name="p0y1" fmla="*/ 0 h 7635"/>
              <a:gd name="p0x2" fmla="*/ 5611 w 5664"/>
              <a:gd name="p0y2" fmla="*/ 0 h 7635"/>
              <a:gd name="p0x3" fmla="*/ 5664 w 5664"/>
              <a:gd name="p0y3" fmla="*/ 53 h 7635"/>
              <a:gd name="p0x4" fmla="*/ 5664 w 5664"/>
              <a:gd name="p0y4" fmla="*/ 120 h 7635"/>
              <a:gd name="p0x5" fmla="*/ 5664 w 5664"/>
              <a:gd name="p0y5" fmla="*/ 7515 h 7635"/>
              <a:gd name="p0x6" fmla="*/ 5664 w 5664"/>
              <a:gd name="p0y6" fmla="*/ 7581 h 7635"/>
              <a:gd name="p0x7" fmla="*/ 5611 w 5664"/>
              <a:gd name="p0y7" fmla="*/ 7635 h 7635"/>
              <a:gd name="p0x8" fmla="*/ 5544 w 5664"/>
              <a:gd name="p0y8" fmla="*/ 7635 h 7635"/>
              <a:gd name="p0x9" fmla="*/ 120 w 5664"/>
              <a:gd name="p0y9" fmla="*/ 7635 h 7635"/>
              <a:gd name="p0x10" fmla="*/ 53 w 5664"/>
              <a:gd name="p0y10" fmla="*/ 7635 h 7635"/>
              <a:gd name="p0x11" fmla="*/ 0 w 5664"/>
              <a:gd name="p0y11" fmla="*/ 7581 h 7635"/>
              <a:gd name="p0x12" fmla="*/ 0 w 5664"/>
              <a:gd name="p0y12" fmla="*/ 7515 h 7635"/>
              <a:gd name="p0x13" fmla="*/ 0 w 5664"/>
              <a:gd name="p0y13" fmla="*/ 120 h 7635"/>
              <a:gd name="p0x14" fmla="*/ 0 w 5664"/>
              <a:gd name="p0y14" fmla="*/ 53 h 7635"/>
              <a:gd name="p0x15" fmla="*/ 53 w 5664"/>
              <a:gd name="p0y15" fmla="*/ 0 h 7635"/>
              <a:gd name="p0x16" fmla="*/ 120 w 5664"/>
              <a:gd name="p0y16" fmla="*/ 0 h 76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95325" y="18357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050" y="1921510"/>
            <a:ext cx="247650" cy="247650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1266825" y="1781175"/>
            <a:ext cx="13335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7A9CAB"/>
                </a:solidFill>
                <a:cs typeface="+mn-lt"/>
              </a:rPr>
              <a:t>选型阶段</a:t>
            </a:r>
            <a:endParaRPr sz="1050" b="1" spc="63">
              <a:solidFill>
                <a:srgbClr val="7A9CAB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266825" y="1960245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cs typeface="+mn-lt"/>
              </a:rPr>
              <a:t>供应链优先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695325" y="2499995"/>
            <a:ext cx="3129915" cy="19050"/>
          </a:xfrm>
          <a:custGeom>
            <a:avLst/>
            <a:gdLst>
              <a:gd name="sw" fmla="*/ 1 w 4929"/>
              <a:gd name="sh" fmla="*/ 1 h 30"/>
              <a:gd name="mins" fmla="min sw sh"/>
              <a:gd name="dsw" fmla="+- 0 sw mins"/>
              <a:gd name="dsh" fmla="+- 0 sh mins"/>
              <a:gd name="p0x0" fmla="*/ 15 w 4929"/>
              <a:gd name="p0y0" fmla="*/ 0 h 30"/>
              <a:gd name="p0x1" fmla="*/ 4914 w 4929"/>
              <a:gd name="p0y1" fmla="*/ 0 h 30"/>
              <a:gd name="p0x2" fmla="*/ 4923 w 4929"/>
              <a:gd name="p0y2" fmla="*/ 0 h 30"/>
              <a:gd name="p0x3" fmla="*/ 4929 w 4929"/>
              <a:gd name="p0y3" fmla="*/ 6 h 30"/>
              <a:gd name="p0x4" fmla="*/ 4929 w 4929"/>
              <a:gd name="p0y4" fmla="*/ 15 h 30"/>
              <a:gd name="p0x5" fmla="*/ 4929 w 4929"/>
              <a:gd name="p0y5" fmla="*/ 23 h 30"/>
              <a:gd name="p0x6" fmla="*/ 4923 w 4929"/>
              <a:gd name="p0y6" fmla="*/ 30 h 30"/>
              <a:gd name="p0x7" fmla="*/ 4914 w 4929"/>
              <a:gd name="p0y7" fmla="*/ 30 h 30"/>
              <a:gd name="p0x8" fmla="*/ 15 w 4929"/>
              <a:gd name="p0y8" fmla="*/ 30 h 30"/>
              <a:gd name="p0x9" fmla="*/ 6 w 4929"/>
              <a:gd name="p0y9" fmla="*/ 30 h 30"/>
              <a:gd name="p0x10" fmla="*/ 0 w 4929"/>
              <a:gd name="p0y10" fmla="*/ 23 h 30"/>
              <a:gd name="p0x11" fmla="*/ 0 w 4929"/>
              <a:gd name="p0y11" fmla="*/ 15 h 30"/>
              <a:gd name="p0x12" fmla="*/ 0 w 4929"/>
              <a:gd name="p0y12" fmla="*/ 6 h 30"/>
              <a:gd name="p0x13" fmla="*/ 6 w 4929"/>
              <a:gd name="p0y13" fmla="*/ 0 h 30"/>
              <a:gd name="p0x14" fmla="*/ 15 w 4929"/>
              <a:gd name="p0y14" fmla="*/ 0 h 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699770" y="3192145"/>
            <a:ext cx="3121025" cy="923925"/>
          </a:xfrm>
          <a:custGeom>
            <a:avLst/>
            <a:gdLst>
              <a:gd name="sw" fmla="*/ 1 w 4914"/>
              <a:gd name="sh" fmla="*/ 1 h 1455"/>
              <a:gd name="mins" fmla="min sw sh"/>
              <a:gd name="dsw" fmla="+- 0 sw mins"/>
              <a:gd name="dsh" fmla="+- 0 sh mins"/>
              <a:gd name="p0x0" fmla="*/ 120 w 4914"/>
              <a:gd name="p0y0" fmla="*/ 0 h 1455"/>
              <a:gd name="p0x1" fmla="*/ 4794 w 4914"/>
              <a:gd name="p0y1" fmla="*/ 0 h 1455"/>
              <a:gd name="p0x2" fmla="*/ 4861 w 4914"/>
              <a:gd name="p0y2" fmla="*/ 0 h 1455"/>
              <a:gd name="p0x3" fmla="*/ 4914 w 4914"/>
              <a:gd name="p0y3" fmla="*/ 53 h 1455"/>
              <a:gd name="p0x4" fmla="*/ 4914 w 4914"/>
              <a:gd name="p0y4" fmla="*/ 120 h 1455"/>
              <a:gd name="p0x5" fmla="*/ 4914 w 4914"/>
              <a:gd name="p0y5" fmla="*/ 1335 h 1455"/>
              <a:gd name="p0x6" fmla="*/ 4914 w 4914"/>
              <a:gd name="p0y6" fmla="*/ 1401 h 1455"/>
              <a:gd name="p0x7" fmla="*/ 4861 w 4914"/>
              <a:gd name="p0y7" fmla="*/ 1455 h 1455"/>
              <a:gd name="p0x8" fmla="*/ 4794 w 4914"/>
              <a:gd name="p0y8" fmla="*/ 1455 h 1455"/>
              <a:gd name="p0x9" fmla="*/ 120 w 4914"/>
              <a:gd name="p0y9" fmla="*/ 1455 h 1455"/>
              <a:gd name="p0x10" fmla="*/ 53 w 4914"/>
              <a:gd name="p0y10" fmla="*/ 1455 h 1455"/>
              <a:gd name="p0x11" fmla="*/ 0 w 4914"/>
              <a:gd name="p0y11" fmla="*/ 1401 h 1455"/>
              <a:gd name="p0x12" fmla="*/ 0 w 4914"/>
              <a:gd name="p0y12" fmla="*/ 1335 h 1455"/>
              <a:gd name="p0x13" fmla="*/ 0 w 4914"/>
              <a:gd name="p0y13" fmla="*/ 120 h 1455"/>
              <a:gd name="p0x14" fmla="*/ 0 w 4914"/>
              <a:gd name="p0y14" fmla="*/ 53 h 1455"/>
              <a:gd name="p0x15" fmla="*/ 53 w 4914"/>
              <a:gd name="p0y15" fmla="*/ 0 h 1455"/>
              <a:gd name="p0x16" fmla="*/ 120 w 4914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895350" y="337756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981151" y="3411512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1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1276350" y="3335312"/>
            <a:ext cx="23494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评估供货周期、最小起订量及替代料可用性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699770" y="4755515"/>
            <a:ext cx="3121025" cy="923925"/>
          </a:xfrm>
          <a:custGeom>
            <a:avLst/>
            <a:gdLst>
              <a:gd name="sw" fmla="*/ 1 w 4914"/>
              <a:gd name="sh" fmla="*/ 1 h 1455"/>
              <a:gd name="mins" fmla="min sw sh"/>
              <a:gd name="dsw" fmla="+- 0 sw mins"/>
              <a:gd name="dsh" fmla="+- 0 sh mins"/>
              <a:gd name="p0x0" fmla="*/ 120 w 4914"/>
              <a:gd name="p0y0" fmla="*/ 0 h 1455"/>
              <a:gd name="p0x1" fmla="*/ 4794 w 4914"/>
              <a:gd name="p0y1" fmla="*/ 0 h 1455"/>
              <a:gd name="p0x2" fmla="*/ 4861 w 4914"/>
              <a:gd name="p0y2" fmla="*/ 0 h 1455"/>
              <a:gd name="p0x3" fmla="*/ 4914 w 4914"/>
              <a:gd name="p0y3" fmla="*/ 53 h 1455"/>
              <a:gd name="p0x4" fmla="*/ 4914 w 4914"/>
              <a:gd name="p0y4" fmla="*/ 120 h 1455"/>
              <a:gd name="p0x5" fmla="*/ 4914 w 4914"/>
              <a:gd name="p0y5" fmla="*/ 1335 h 1455"/>
              <a:gd name="p0x6" fmla="*/ 4914 w 4914"/>
              <a:gd name="p0y6" fmla="*/ 1401 h 1455"/>
              <a:gd name="p0x7" fmla="*/ 4861 w 4914"/>
              <a:gd name="p0y7" fmla="*/ 1455 h 1455"/>
              <a:gd name="p0x8" fmla="*/ 4794 w 4914"/>
              <a:gd name="p0y8" fmla="*/ 1455 h 1455"/>
              <a:gd name="p0x9" fmla="*/ 120 w 4914"/>
              <a:gd name="p0y9" fmla="*/ 1455 h 1455"/>
              <a:gd name="p0x10" fmla="*/ 53 w 4914"/>
              <a:gd name="p0y10" fmla="*/ 1455 h 1455"/>
              <a:gd name="p0x11" fmla="*/ 0 w 4914"/>
              <a:gd name="p0y11" fmla="*/ 1401 h 1455"/>
              <a:gd name="p0x12" fmla="*/ 0 w 4914"/>
              <a:gd name="p0y12" fmla="*/ 1335 h 1455"/>
              <a:gd name="p0x13" fmla="*/ 0 w 4914"/>
              <a:gd name="p0y13" fmla="*/ 120 h 1455"/>
              <a:gd name="p0x14" fmla="*/ 0 w 4914"/>
              <a:gd name="p0y14" fmla="*/ 53 h 1455"/>
              <a:gd name="p0x15" fmla="*/ 53 w 4914"/>
              <a:gd name="p0y15" fmla="*/ 0 h 1455"/>
              <a:gd name="p0x16" fmla="*/ 120 w 4914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895350" y="49415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981151" y="4975174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2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1276350" y="4898974"/>
            <a:ext cx="23494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A7A8F"/>
                </a:solidFill>
                <a:cs typeface="+mn-lt"/>
              </a:rPr>
              <a:t>BOM </a:t>
            </a:r>
            <a:r>
              <a:rPr lang="zh-CN" sz="1500">
                <a:solidFill>
                  <a:srgbClr val="4A7A8F"/>
                </a:solidFill>
                <a:cs typeface="+mn-lt"/>
              </a:rPr>
              <a:t>中标注关键器件备选型号</a:t>
            </a:r>
            <a:endParaRPr lang="zh-CN"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20"/>
            </p:custDataLst>
          </p:nvPr>
        </p:nvSpPr>
        <p:spPr>
          <a:xfrm>
            <a:off x="483442" y="1552588"/>
            <a:ext cx="3553681" cy="28562"/>
          </a:xfrm>
          <a:custGeom>
            <a:avLst/>
            <a:gdLst>
              <a:gd name="sw" fmla="*/ 1 w 5649"/>
              <a:gd name="sh" fmla="*/ 1 h 45"/>
              <a:gd name="mins" fmla="min sw sh"/>
              <a:gd name="dsw" fmla="+- 0 sw mins"/>
              <a:gd name="dsh" fmla="+- 0 sh mins"/>
              <a:gd name="p0x0" fmla="*/ 45 w 5649"/>
              <a:gd name="p0y0" fmla="*/ 0 h 45"/>
              <a:gd name="p0x1" fmla="*/ 5604 w 5649"/>
              <a:gd name="p0y1" fmla="*/ 0 h 45"/>
              <a:gd name="p0x2" fmla="*/ 5629 w 5649"/>
              <a:gd name="p0y2" fmla="*/ 0 h 45"/>
              <a:gd name="p0x3" fmla="*/ 5649 w 5649"/>
              <a:gd name="p0y3" fmla="*/ 20 h 45"/>
              <a:gd name="p0x4" fmla="*/ 5649 w 5649"/>
              <a:gd name="p0y4" fmla="*/ 45 h 45"/>
              <a:gd name="p0x5" fmla="*/ 0 w 5649"/>
              <a:gd name="p0y5" fmla="*/ 45 h 45"/>
              <a:gd name="p0x6" fmla="*/ 0 w 5649"/>
              <a:gd name="p0y6" fmla="*/ 20 h 45"/>
              <a:gd name="p0x7" fmla="*/ 20 w 5649"/>
              <a:gd name="p0y7" fmla="*/ 0 h 45"/>
              <a:gd name="p0x8" fmla="*/ 45 w 5649"/>
              <a:gd name="p0y8" fmla="*/ 0 h 45"/>
            </a:gdLst>
            <a:ahLst/>
            <a:cxnLst/>
            <a:pathLst>
              <a:path w="5596" h="45">
                <a:moveTo>
                  <a:pt x="5596" y="45"/>
                </a:move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lnTo>
                  <a:pt x="5503" y="0"/>
                </a:lnTo>
                <a:cubicBezTo>
                  <a:pt x="5540" y="-3"/>
                  <a:pt x="5583" y="25"/>
                  <a:pt x="5596" y="45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1"/>
            </p:custDataLst>
          </p:nvPr>
        </p:nvSpPr>
        <p:spPr>
          <a:xfrm>
            <a:off x="4297045" y="1547495"/>
            <a:ext cx="3597275" cy="4848225"/>
          </a:xfrm>
          <a:custGeom>
            <a:avLst/>
            <a:gdLst>
              <a:gd name="sw" fmla="*/ 1 w 5664"/>
              <a:gd name="sh" fmla="*/ 1 h 7635"/>
              <a:gd name="mins" fmla="min sw sh"/>
              <a:gd name="dsw" fmla="+- 0 sw mins"/>
              <a:gd name="dsh" fmla="+- 0 sh mins"/>
              <a:gd name="p0x0" fmla="*/ 120 w 5664"/>
              <a:gd name="p0y0" fmla="*/ 0 h 7635"/>
              <a:gd name="p0x1" fmla="*/ 5544 w 5664"/>
              <a:gd name="p0y1" fmla="*/ 0 h 7635"/>
              <a:gd name="p0x2" fmla="*/ 5611 w 5664"/>
              <a:gd name="p0y2" fmla="*/ 0 h 7635"/>
              <a:gd name="p0x3" fmla="*/ 5664 w 5664"/>
              <a:gd name="p0y3" fmla="*/ 53 h 7635"/>
              <a:gd name="p0x4" fmla="*/ 5664 w 5664"/>
              <a:gd name="p0y4" fmla="*/ 120 h 7635"/>
              <a:gd name="p0x5" fmla="*/ 5664 w 5664"/>
              <a:gd name="p0y5" fmla="*/ 7515 h 7635"/>
              <a:gd name="p0x6" fmla="*/ 5664 w 5664"/>
              <a:gd name="p0y6" fmla="*/ 7581 h 7635"/>
              <a:gd name="p0x7" fmla="*/ 5611 w 5664"/>
              <a:gd name="p0y7" fmla="*/ 7635 h 7635"/>
              <a:gd name="p0x8" fmla="*/ 5544 w 5664"/>
              <a:gd name="p0y8" fmla="*/ 7635 h 7635"/>
              <a:gd name="p0x9" fmla="*/ 120 w 5664"/>
              <a:gd name="p0y9" fmla="*/ 7635 h 7635"/>
              <a:gd name="p0x10" fmla="*/ 53 w 5664"/>
              <a:gd name="p0y10" fmla="*/ 7635 h 7635"/>
              <a:gd name="p0x11" fmla="*/ 0 w 5664"/>
              <a:gd name="p0y11" fmla="*/ 7581 h 7635"/>
              <a:gd name="p0x12" fmla="*/ 0 w 5664"/>
              <a:gd name="p0y12" fmla="*/ 7515 h 7635"/>
              <a:gd name="p0x13" fmla="*/ 0 w 5664"/>
              <a:gd name="p0y13" fmla="*/ 120 h 7635"/>
              <a:gd name="p0x14" fmla="*/ 0 w 5664"/>
              <a:gd name="p0y14" fmla="*/ 53 h 7635"/>
              <a:gd name="p0x15" fmla="*/ 53 w 5664"/>
              <a:gd name="p0y15" fmla="*/ 0 h 7635"/>
              <a:gd name="p0x16" fmla="*/ 120 w 5664"/>
              <a:gd name="p0y16" fmla="*/ 0 h 76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2"/>
            </p:custDataLst>
          </p:nvPr>
        </p:nvSpPr>
        <p:spPr>
          <a:xfrm>
            <a:off x="4530090" y="18357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615815" y="1921510"/>
            <a:ext cx="247650" cy="247650"/>
          </a:xfrm>
          <a:prstGeom prst="rect">
            <a:avLst/>
          </a:prstGeom>
          <a:noFill/>
        </p:spPr>
      </p:pic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5102199" y="1781175"/>
            <a:ext cx="18669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7A9CAB"/>
                </a:solidFill>
                <a:cs typeface="+mn-lt"/>
              </a:rPr>
              <a:t>布局阶段</a:t>
            </a:r>
            <a:endParaRPr sz="1050" b="1" spc="63">
              <a:solidFill>
                <a:srgbClr val="7A9CAB"/>
              </a:solidFill>
              <a:cs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5102199" y="1960245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cs typeface="+mn-lt"/>
              </a:rPr>
              <a:t>信号完整性前置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30" name="任意多边形 29"/>
          <p:cNvSpPr/>
          <p:nvPr>
            <p:custDataLst>
              <p:tags r:id="rId28"/>
            </p:custDataLst>
          </p:nvPr>
        </p:nvSpPr>
        <p:spPr>
          <a:xfrm>
            <a:off x="4530090" y="2499995"/>
            <a:ext cx="3130550" cy="19050"/>
          </a:xfrm>
          <a:custGeom>
            <a:avLst/>
            <a:gdLst>
              <a:gd name="sw" fmla="*/ 1 w 4929"/>
              <a:gd name="sh" fmla="*/ 1 h 30"/>
              <a:gd name="mins" fmla="min sw sh"/>
              <a:gd name="dsw" fmla="+- 0 sw mins"/>
              <a:gd name="dsh" fmla="+- 0 sh mins"/>
              <a:gd name="p0x0" fmla="*/ 15 w 4929"/>
              <a:gd name="p0y0" fmla="*/ 0 h 30"/>
              <a:gd name="p0x1" fmla="*/ 4914 w 4929"/>
              <a:gd name="p0y1" fmla="*/ 0 h 30"/>
              <a:gd name="p0x2" fmla="*/ 4923 w 4929"/>
              <a:gd name="p0y2" fmla="*/ 0 h 30"/>
              <a:gd name="p0x3" fmla="*/ 4929 w 4929"/>
              <a:gd name="p0y3" fmla="*/ 6 h 30"/>
              <a:gd name="p0x4" fmla="*/ 4929 w 4929"/>
              <a:gd name="p0y4" fmla="*/ 15 h 30"/>
              <a:gd name="p0x5" fmla="*/ 4929 w 4929"/>
              <a:gd name="p0y5" fmla="*/ 23 h 30"/>
              <a:gd name="p0x6" fmla="*/ 4923 w 4929"/>
              <a:gd name="p0y6" fmla="*/ 30 h 30"/>
              <a:gd name="p0x7" fmla="*/ 4914 w 4929"/>
              <a:gd name="p0y7" fmla="*/ 30 h 30"/>
              <a:gd name="p0x8" fmla="*/ 15 w 4929"/>
              <a:gd name="p0y8" fmla="*/ 30 h 30"/>
              <a:gd name="p0x9" fmla="*/ 6 w 4929"/>
              <a:gd name="p0y9" fmla="*/ 30 h 30"/>
              <a:gd name="p0x10" fmla="*/ 0 w 4929"/>
              <a:gd name="p0y10" fmla="*/ 23 h 30"/>
              <a:gd name="p0x11" fmla="*/ 0 w 4929"/>
              <a:gd name="p0y11" fmla="*/ 15 h 30"/>
              <a:gd name="p0x12" fmla="*/ 0 w 4929"/>
              <a:gd name="p0y12" fmla="*/ 6 h 30"/>
              <a:gd name="p0x13" fmla="*/ 6 w 4929"/>
              <a:gd name="p0y13" fmla="*/ 0 h 30"/>
              <a:gd name="p0x14" fmla="*/ 15 w 4929"/>
              <a:gd name="p0y14" fmla="*/ 0 h 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29"/>
            </p:custDataLst>
          </p:nvPr>
        </p:nvSpPr>
        <p:spPr>
          <a:xfrm>
            <a:off x="4535170" y="3090545"/>
            <a:ext cx="3121025" cy="923925"/>
          </a:xfrm>
          <a:custGeom>
            <a:avLst/>
            <a:gdLst>
              <a:gd name="sw" fmla="*/ 1 w 4914"/>
              <a:gd name="sh" fmla="*/ 1 h 1455"/>
              <a:gd name="mins" fmla="min sw sh"/>
              <a:gd name="dsw" fmla="+- 0 sw mins"/>
              <a:gd name="dsh" fmla="+- 0 sh mins"/>
              <a:gd name="p0x0" fmla="*/ 120 w 4914"/>
              <a:gd name="p0y0" fmla="*/ 0 h 1455"/>
              <a:gd name="p0x1" fmla="*/ 4794 w 4914"/>
              <a:gd name="p0y1" fmla="*/ 0 h 1455"/>
              <a:gd name="p0x2" fmla="*/ 4861 w 4914"/>
              <a:gd name="p0y2" fmla="*/ 0 h 1455"/>
              <a:gd name="p0x3" fmla="*/ 4914 w 4914"/>
              <a:gd name="p0y3" fmla="*/ 53 h 1455"/>
              <a:gd name="p0x4" fmla="*/ 4914 w 4914"/>
              <a:gd name="p0y4" fmla="*/ 120 h 1455"/>
              <a:gd name="p0x5" fmla="*/ 4914 w 4914"/>
              <a:gd name="p0y5" fmla="*/ 1335 h 1455"/>
              <a:gd name="p0x6" fmla="*/ 4914 w 4914"/>
              <a:gd name="p0y6" fmla="*/ 1401 h 1455"/>
              <a:gd name="p0x7" fmla="*/ 4861 w 4914"/>
              <a:gd name="p0y7" fmla="*/ 1455 h 1455"/>
              <a:gd name="p0x8" fmla="*/ 4794 w 4914"/>
              <a:gd name="p0y8" fmla="*/ 1455 h 1455"/>
              <a:gd name="p0x9" fmla="*/ 120 w 4914"/>
              <a:gd name="p0y9" fmla="*/ 1455 h 1455"/>
              <a:gd name="p0x10" fmla="*/ 53 w 4914"/>
              <a:gd name="p0y10" fmla="*/ 1455 h 1455"/>
              <a:gd name="p0x11" fmla="*/ 0 w 4914"/>
              <a:gd name="p0y11" fmla="*/ 1401 h 1455"/>
              <a:gd name="p0x12" fmla="*/ 0 w 4914"/>
              <a:gd name="p0y12" fmla="*/ 1335 h 1455"/>
              <a:gd name="p0x13" fmla="*/ 0 w 4914"/>
              <a:gd name="p0y13" fmla="*/ 120 h 1455"/>
              <a:gd name="p0x14" fmla="*/ 0 w 4914"/>
              <a:gd name="p0y14" fmla="*/ 53 h 1455"/>
              <a:gd name="p0x15" fmla="*/ 53 w 4914"/>
              <a:gd name="p0y15" fmla="*/ 0 h 1455"/>
              <a:gd name="p0x16" fmla="*/ 120 w 4914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0"/>
            </p:custDataLst>
          </p:nvPr>
        </p:nvSpPr>
        <p:spPr>
          <a:xfrm>
            <a:off x="4730115" y="32766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4816526" y="3309938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1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32"/>
            </p:custDataLst>
          </p:nvPr>
        </p:nvSpPr>
        <p:spPr>
          <a:xfrm>
            <a:off x="5111724" y="3233738"/>
            <a:ext cx="23494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7A8F"/>
                </a:solidFill>
                <a:cs typeface="+mn-lt"/>
              </a:rPr>
              <a:t>射频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 / 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时钟信号走线路径与参考层早期规划</a:t>
            </a:r>
            <a:endParaRPr lang="zh-CN" altLang="en-US"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35" name="任意多边形 34"/>
          <p:cNvSpPr/>
          <p:nvPr>
            <p:custDataLst>
              <p:tags r:id="rId33"/>
            </p:custDataLst>
          </p:nvPr>
        </p:nvSpPr>
        <p:spPr>
          <a:xfrm>
            <a:off x="4535170" y="4552950"/>
            <a:ext cx="3121025" cy="1228725"/>
          </a:xfrm>
          <a:custGeom>
            <a:avLst/>
            <a:gdLst>
              <a:gd name="sw" fmla="*/ 1 w 4914"/>
              <a:gd name="sh" fmla="*/ 1 h 1935"/>
              <a:gd name="mins" fmla="min sw sh"/>
              <a:gd name="dsw" fmla="+- 0 sw mins"/>
              <a:gd name="dsh" fmla="+- 0 sh mins"/>
              <a:gd name="p0x0" fmla="*/ 120 w 4914"/>
              <a:gd name="p0y0" fmla="*/ 0 h 1935"/>
              <a:gd name="p0x1" fmla="*/ 4794 w 4914"/>
              <a:gd name="p0y1" fmla="*/ 0 h 1935"/>
              <a:gd name="p0x2" fmla="*/ 4861 w 4914"/>
              <a:gd name="p0y2" fmla="*/ 0 h 1935"/>
              <a:gd name="p0x3" fmla="*/ 4914 w 4914"/>
              <a:gd name="p0y3" fmla="*/ 53 h 1935"/>
              <a:gd name="p0x4" fmla="*/ 4914 w 4914"/>
              <a:gd name="p0y4" fmla="*/ 120 h 1935"/>
              <a:gd name="p0x5" fmla="*/ 4914 w 4914"/>
              <a:gd name="p0y5" fmla="*/ 1815 h 1935"/>
              <a:gd name="p0x6" fmla="*/ 4914 w 4914"/>
              <a:gd name="p0y6" fmla="*/ 1881 h 1935"/>
              <a:gd name="p0x7" fmla="*/ 4861 w 4914"/>
              <a:gd name="p0y7" fmla="*/ 1935 h 1935"/>
              <a:gd name="p0x8" fmla="*/ 4794 w 4914"/>
              <a:gd name="p0y8" fmla="*/ 1935 h 1935"/>
              <a:gd name="p0x9" fmla="*/ 120 w 4914"/>
              <a:gd name="p0y9" fmla="*/ 1935 h 1935"/>
              <a:gd name="p0x10" fmla="*/ 53 w 4914"/>
              <a:gd name="p0y10" fmla="*/ 1935 h 1935"/>
              <a:gd name="p0x11" fmla="*/ 0 w 4914"/>
              <a:gd name="p0y11" fmla="*/ 1881 h 1935"/>
              <a:gd name="p0x12" fmla="*/ 0 w 4914"/>
              <a:gd name="p0y12" fmla="*/ 1815 h 1935"/>
              <a:gd name="p0x13" fmla="*/ 0 w 4914"/>
              <a:gd name="p0y13" fmla="*/ 120 h 1935"/>
              <a:gd name="p0x14" fmla="*/ 0 w 4914"/>
              <a:gd name="p0y14" fmla="*/ 53 h 1935"/>
              <a:gd name="p0x15" fmla="*/ 53 w 4914"/>
              <a:gd name="p0y15" fmla="*/ 0 h 1935"/>
              <a:gd name="p0x16" fmla="*/ 120 w 4914"/>
              <a:gd name="p0y16" fmla="*/ 0 h 19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34"/>
            </p:custDataLst>
          </p:nvPr>
        </p:nvSpPr>
        <p:spPr>
          <a:xfrm>
            <a:off x="4730115" y="47383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4816526" y="4772025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2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38" name="文本框 37"/>
          <p:cNvSpPr txBox="1"/>
          <p:nvPr>
            <p:custDataLst>
              <p:tags r:id="rId36"/>
            </p:custDataLst>
          </p:nvPr>
        </p:nvSpPr>
        <p:spPr>
          <a:xfrm>
            <a:off x="5111724" y="4695825"/>
            <a:ext cx="23494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板级分区：高速逻辑近电源，低速模拟远离高频振荡器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24" name="任意多边形 23"/>
          <p:cNvSpPr/>
          <p:nvPr>
            <p:custDataLst>
              <p:tags r:id="rId37"/>
            </p:custDataLst>
          </p:nvPr>
        </p:nvSpPr>
        <p:spPr>
          <a:xfrm>
            <a:off x="4318204" y="1552575"/>
            <a:ext cx="3554322" cy="28575"/>
          </a:xfrm>
          <a:custGeom>
            <a:avLst/>
            <a:gdLst>
              <a:gd name="sw" fmla="*/ 1 w 5649"/>
              <a:gd name="sh" fmla="*/ 1 h 45"/>
              <a:gd name="mins" fmla="min sw sh"/>
              <a:gd name="dsw" fmla="+- 0 sw mins"/>
              <a:gd name="dsh" fmla="+- 0 sh mins"/>
              <a:gd name="p0x0" fmla="*/ 45 w 5649"/>
              <a:gd name="p0y0" fmla="*/ 0 h 45"/>
              <a:gd name="p0x1" fmla="*/ 5604 w 5649"/>
              <a:gd name="p0y1" fmla="*/ 0 h 45"/>
              <a:gd name="p0x2" fmla="*/ 5629 w 5649"/>
              <a:gd name="p0y2" fmla="*/ 0 h 45"/>
              <a:gd name="p0x3" fmla="*/ 5649 w 5649"/>
              <a:gd name="p0y3" fmla="*/ 20 h 45"/>
              <a:gd name="p0x4" fmla="*/ 5649 w 5649"/>
              <a:gd name="p0y4" fmla="*/ 45 h 45"/>
              <a:gd name="p0x5" fmla="*/ 0 w 5649"/>
              <a:gd name="p0y5" fmla="*/ 45 h 45"/>
              <a:gd name="p0x6" fmla="*/ 0 w 5649"/>
              <a:gd name="p0y6" fmla="*/ 20 h 45"/>
              <a:gd name="p0x7" fmla="*/ 20 w 5649"/>
              <a:gd name="p0y7" fmla="*/ 0 h 45"/>
              <a:gd name="p0x8" fmla="*/ 45 w 5649"/>
              <a:gd name="p0y8" fmla="*/ 0 h 45"/>
            </a:gdLst>
            <a:ahLst/>
            <a:cxnLst/>
            <a:pathLst>
              <a:path w="5597" h="45">
                <a:moveTo>
                  <a:pt x="94" y="0"/>
                </a:moveTo>
                <a:lnTo>
                  <a:pt x="5504" y="0"/>
                </a:lnTo>
                <a:cubicBezTo>
                  <a:pt x="5541" y="-3"/>
                  <a:pt x="5584" y="25"/>
                  <a:pt x="559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38"/>
            </p:custDataLst>
          </p:nvPr>
        </p:nvSpPr>
        <p:spPr>
          <a:xfrm>
            <a:off x="8132445" y="1547495"/>
            <a:ext cx="3597275" cy="4848225"/>
          </a:xfrm>
          <a:custGeom>
            <a:avLst/>
            <a:gdLst>
              <a:gd name="sw" fmla="*/ 1 w 5664"/>
              <a:gd name="sh" fmla="*/ 1 h 7635"/>
              <a:gd name="mins" fmla="min sw sh"/>
              <a:gd name="dsw" fmla="+- 0 sw mins"/>
              <a:gd name="dsh" fmla="+- 0 sh mins"/>
              <a:gd name="p0x0" fmla="*/ 120 w 5664"/>
              <a:gd name="p0y0" fmla="*/ 0 h 7635"/>
              <a:gd name="p0x1" fmla="*/ 5544 w 5664"/>
              <a:gd name="p0y1" fmla="*/ 0 h 7635"/>
              <a:gd name="p0x2" fmla="*/ 5611 w 5664"/>
              <a:gd name="p0y2" fmla="*/ 0 h 7635"/>
              <a:gd name="p0x3" fmla="*/ 5664 w 5664"/>
              <a:gd name="p0y3" fmla="*/ 53 h 7635"/>
              <a:gd name="p0x4" fmla="*/ 5664 w 5664"/>
              <a:gd name="p0y4" fmla="*/ 120 h 7635"/>
              <a:gd name="p0x5" fmla="*/ 5664 w 5664"/>
              <a:gd name="p0y5" fmla="*/ 7515 h 7635"/>
              <a:gd name="p0x6" fmla="*/ 5664 w 5664"/>
              <a:gd name="p0y6" fmla="*/ 7581 h 7635"/>
              <a:gd name="p0x7" fmla="*/ 5611 w 5664"/>
              <a:gd name="p0y7" fmla="*/ 7635 h 7635"/>
              <a:gd name="p0x8" fmla="*/ 5544 w 5664"/>
              <a:gd name="p0y8" fmla="*/ 7635 h 7635"/>
              <a:gd name="p0x9" fmla="*/ 120 w 5664"/>
              <a:gd name="p0y9" fmla="*/ 7635 h 7635"/>
              <a:gd name="p0x10" fmla="*/ 53 w 5664"/>
              <a:gd name="p0y10" fmla="*/ 7635 h 7635"/>
              <a:gd name="p0x11" fmla="*/ 0 w 5664"/>
              <a:gd name="p0y11" fmla="*/ 7581 h 7635"/>
              <a:gd name="p0x12" fmla="*/ 0 w 5664"/>
              <a:gd name="p0y12" fmla="*/ 7515 h 7635"/>
              <a:gd name="p0x13" fmla="*/ 0 w 5664"/>
              <a:gd name="p0y13" fmla="*/ 120 h 7635"/>
              <a:gd name="p0x14" fmla="*/ 0 w 5664"/>
              <a:gd name="p0y14" fmla="*/ 53 h 7635"/>
              <a:gd name="p0x15" fmla="*/ 53 w 5664"/>
              <a:gd name="p0y15" fmla="*/ 0 h 7635"/>
              <a:gd name="p0x16" fmla="*/ 120 w 5664"/>
              <a:gd name="p0y16" fmla="*/ 0 h 76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39"/>
            </p:custDataLst>
          </p:nvPr>
        </p:nvSpPr>
        <p:spPr>
          <a:xfrm>
            <a:off x="8365490" y="18357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451215" y="1921510"/>
            <a:ext cx="247650" cy="247650"/>
          </a:xfrm>
          <a:prstGeom prst="rect">
            <a:avLst/>
          </a:prstGeom>
          <a:noFill/>
        </p:spPr>
      </p:pic>
      <p:sp>
        <p:nvSpPr>
          <p:cNvPr id="45" name="文本框 44"/>
          <p:cNvSpPr txBox="1"/>
          <p:nvPr>
            <p:custDataLst>
              <p:tags r:id="rId43"/>
            </p:custDataLst>
          </p:nvPr>
        </p:nvSpPr>
        <p:spPr>
          <a:xfrm>
            <a:off x="8937574" y="1781175"/>
            <a:ext cx="177306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7A9CAB"/>
                </a:solidFill>
                <a:cs typeface="+mn-lt"/>
              </a:rPr>
              <a:t>制造阶段</a:t>
            </a:r>
            <a:endParaRPr sz="1050" b="1" spc="63">
              <a:solidFill>
                <a:srgbClr val="7A9CAB"/>
              </a:solidFill>
              <a:cs typeface="+mn-lt"/>
            </a:endParaRPr>
          </a:p>
        </p:txBody>
      </p:sp>
      <p:sp>
        <p:nvSpPr>
          <p:cNvPr id="46" name="文本框 45"/>
          <p:cNvSpPr txBox="1"/>
          <p:nvPr>
            <p:custDataLst>
              <p:tags r:id="rId44"/>
            </p:custDataLst>
          </p:nvPr>
        </p:nvSpPr>
        <p:spPr>
          <a:xfrm>
            <a:off x="8937574" y="1960245"/>
            <a:ext cx="20397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1A5E7A"/>
                </a:solidFill>
                <a:cs typeface="+mn-lt"/>
              </a:rPr>
              <a:t>DFM </a:t>
            </a:r>
            <a:r>
              <a:rPr lang="zh-CN" sz="2100" b="1">
                <a:solidFill>
                  <a:srgbClr val="1A5E7A"/>
                </a:solidFill>
                <a:cs typeface="+mn-lt"/>
              </a:rPr>
              <a:t>同步介入</a:t>
            </a:r>
            <a:endParaRPr lang="zh-CN"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47" name="任意多边形 46"/>
          <p:cNvSpPr/>
          <p:nvPr>
            <p:custDataLst>
              <p:tags r:id="rId45"/>
            </p:custDataLst>
          </p:nvPr>
        </p:nvSpPr>
        <p:spPr>
          <a:xfrm>
            <a:off x="8365490" y="2499995"/>
            <a:ext cx="3130550" cy="19050"/>
          </a:xfrm>
          <a:custGeom>
            <a:avLst/>
            <a:gdLst>
              <a:gd name="sw" fmla="*/ 1 w 4929"/>
              <a:gd name="sh" fmla="*/ 1 h 30"/>
              <a:gd name="mins" fmla="min sw sh"/>
              <a:gd name="dsw" fmla="+- 0 sw mins"/>
              <a:gd name="dsh" fmla="+- 0 sh mins"/>
              <a:gd name="p0x0" fmla="*/ 15 w 4929"/>
              <a:gd name="p0y0" fmla="*/ 0 h 30"/>
              <a:gd name="p0x1" fmla="*/ 4914 w 4929"/>
              <a:gd name="p0y1" fmla="*/ 0 h 30"/>
              <a:gd name="p0x2" fmla="*/ 4923 w 4929"/>
              <a:gd name="p0y2" fmla="*/ 0 h 30"/>
              <a:gd name="p0x3" fmla="*/ 4929 w 4929"/>
              <a:gd name="p0y3" fmla="*/ 6 h 30"/>
              <a:gd name="p0x4" fmla="*/ 4929 w 4929"/>
              <a:gd name="p0y4" fmla="*/ 15 h 30"/>
              <a:gd name="p0x5" fmla="*/ 4929 w 4929"/>
              <a:gd name="p0y5" fmla="*/ 23 h 30"/>
              <a:gd name="p0x6" fmla="*/ 4923 w 4929"/>
              <a:gd name="p0y6" fmla="*/ 30 h 30"/>
              <a:gd name="p0x7" fmla="*/ 4914 w 4929"/>
              <a:gd name="p0y7" fmla="*/ 30 h 30"/>
              <a:gd name="p0x8" fmla="*/ 15 w 4929"/>
              <a:gd name="p0y8" fmla="*/ 30 h 30"/>
              <a:gd name="p0x9" fmla="*/ 6 w 4929"/>
              <a:gd name="p0y9" fmla="*/ 30 h 30"/>
              <a:gd name="p0x10" fmla="*/ 0 w 4929"/>
              <a:gd name="p0y10" fmla="*/ 23 h 30"/>
              <a:gd name="p0x11" fmla="*/ 0 w 4929"/>
              <a:gd name="p0y11" fmla="*/ 15 h 30"/>
              <a:gd name="p0x12" fmla="*/ 0 w 4929"/>
              <a:gd name="p0y12" fmla="*/ 6 h 30"/>
              <a:gd name="p0x13" fmla="*/ 6 w 4929"/>
              <a:gd name="p0y13" fmla="*/ 0 h 30"/>
              <a:gd name="p0x14" fmla="*/ 15 w 4929"/>
              <a:gd name="p0y14" fmla="*/ 0 h 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>
            <p:custDataLst>
              <p:tags r:id="rId46"/>
            </p:custDataLst>
          </p:nvPr>
        </p:nvSpPr>
        <p:spPr>
          <a:xfrm>
            <a:off x="8370570" y="3192145"/>
            <a:ext cx="3121025" cy="923925"/>
          </a:xfrm>
          <a:custGeom>
            <a:avLst/>
            <a:gdLst>
              <a:gd name="sw" fmla="*/ 1 w 4914"/>
              <a:gd name="sh" fmla="*/ 1 h 1455"/>
              <a:gd name="mins" fmla="min sw sh"/>
              <a:gd name="dsw" fmla="+- 0 sw mins"/>
              <a:gd name="dsh" fmla="+- 0 sh mins"/>
              <a:gd name="p0x0" fmla="*/ 120 w 4914"/>
              <a:gd name="p0y0" fmla="*/ 0 h 1455"/>
              <a:gd name="p0x1" fmla="*/ 4794 w 4914"/>
              <a:gd name="p0y1" fmla="*/ 0 h 1455"/>
              <a:gd name="p0x2" fmla="*/ 4861 w 4914"/>
              <a:gd name="p0y2" fmla="*/ 0 h 1455"/>
              <a:gd name="p0x3" fmla="*/ 4914 w 4914"/>
              <a:gd name="p0y3" fmla="*/ 53 h 1455"/>
              <a:gd name="p0x4" fmla="*/ 4914 w 4914"/>
              <a:gd name="p0y4" fmla="*/ 120 h 1455"/>
              <a:gd name="p0x5" fmla="*/ 4914 w 4914"/>
              <a:gd name="p0y5" fmla="*/ 1335 h 1455"/>
              <a:gd name="p0x6" fmla="*/ 4914 w 4914"/>
              <a:gd name="p0y6" fmla="*/ 1401 h 1455"/>
              <a:gd name="p0x7" fmla="*/ 4861 w 4914"/>
              <a:gd name="p0y7" fmla="*/ 1455 h 1455"/>
              <a:gd name="p0x8" fmla="*/ 4794 w 4914"/>
              <a:gd name="p0y8" fmla="*/ 1455 h 1455"/>
              <a:gd name="p0x9" fmla="*/ 120 w 4914"/>
              <a:gd name="p0y9" fmla="*/ 1455 h 1455"/>
              <a:gd name="p0x10" fmla="*/ 53 w 4914"/>
              <a:gd name="p0y10" fmla="*/ 1455 h 1455"/>
              <a:gd name="p0x11" fmla="*/ 0 w 4914"/>
              <a:gd name="p0y11" fmla="*/ 1401 h 1455"/>
              <a:gd name="p0x12" fmla="*/ 0 w 4914"/>
              <a:gd name="p0y12" fmla="*/ 1335 h 1455"/>
              <a:gd name="p0x13" fmla="*/ 0 w 4914"/>
              <a:gd name="p0y13" fmla="*/ 120 h 1455"/>
              <a:gd name="p0x14" fmla="*/ 0 w 4914"/>
              <a:gd name="p0y14" fmla="*/ 53 h 1455"/>
              <a:gd name="p0x15" fmla="*/ 53 w 4914"/>
              <a:gd name="p0y15" fmla="*/ 0 h 1455"/>
              <a:gd name="p0x16" fmla="*/ 120 w 4914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>
            <p:custDataLst>
              <p:tags r:id="rId47"/>
            </p:custDataLst>
          </p:nvPr>
        </p:nvSpPr>
        <p:spPr>
          <a:xfrm>
            <a:off x="8565515" y="337756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48"/>
            </p:custDataLst>
          </p:nvPr>
        </p:nvSpPr>
        <p:spPr>
          <a:xfrm>
            <a:off x="8651901" y="3411512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1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51" name="文本框 50"/>
          <p:cNvSpPr txBox="1"/>
          <p:nvPr>
            <p:custDataLst>
              <p:tags r:id="rId49"/>
            </p:custDataLst>
          </p:nvPr>
        </p:nvSpPr>
        <p:spPr>
          <a:xfrm>
            <a:off x="8947099" y="3335312"/>
            <a:ext cx="23494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7A8F"/>
                </a:solidFill>
                <a:cs typeface="+mn-lt"/>
              </a:rPr>
              <a:t>布局布线阶段即关注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 PCB 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厂工艺能力边界</a:t>
            </a:r>
            <a:endParaRPr lang="zh-CN" altLang="en-US"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52" name="任意多边形 51"/>
          <p:cNvSpPr/>
          <p:nvPr>
            <p:custDataLst>
              <p:tags r:id="rId50"/>
            </p:custDataLst>
          </p:nvPr>
        </p:nvSpPr>
        <p:spPr>
          <a:xfrm>
            <a:off x="8370570" y="4755515"/>
            <a:ext cx="3121025" cy="923925"/>
          </a:xfrm>
          <a:custGeom>
            <a:avLst/>
            <a:gdLst>
              <a:gd name="sw" fmla="*/ 1 w 4914"/>
              <a:gd name="sh" fmla="*/ 1 h 1455"/>
              <a:gd name="mins" fmla="min sw sh"/>
              <a:gd name="dsw" fmla="+- 0 sw mins"/>
              <a:gd name="dsh" fmla="+- 0 sh mins"/>
              <a:gd name="p0x0" fmla="*/ 120 w 4914"/>
              <a:gd name="p0y0" fmla="*/ 0 h 1455"/>
              <a:gd name="p0x1" fmla="*/ 4794 w 4914"/>
              <a:gd name="p0y1" fmla="*/ 0 h 1455"/>
              <a:gd name="p0x2" fmla="*/ 4861 w 4914"/>
              <a:gd name="p0y2" fmla="*/ 0 h 1455"/>
              <a:gd name="p0x3" fmla="*/ 4914 w 4914"/>
              <a:gd name="p0y3" fmla="*/ 53 h 1455"/>
              <a:gd name="p0x4" fmla="*/ 4914 w 4914"/>
              <a:gd name="p0y4" fmla="*/ 120 h 1455"/>
              <a:gd name="p0x5" fmla="*/ 4914 w 4914"/>
              <a:gd name="p0y5" fmla="*/ 1335 h 1455"/>
              <a:gd name="p0x6" fmla="*/ 4914 w 4914"/>
              <a:gd name="p0y6" fmla="*/ 1401 h 1455"/>
              <a:gd name="p0x7" fmla="*/ 4861 w 4914"/>
              <a:gd name="p0y7" fmla="*/ 1455 h 1455"/>
              <a:gd name="p0x8" fmla="*/ 4794 w 4914"/>
              <a:gd name="p0y8" fmla="*/ 1455 h 1455"/>
              <a:gd name="p0x9" fmla="*/ 120 w 4914"/>
              <a:gd name="p0y9" fmla="*/ 1455 h 1455"/>
              <a:gd name="p0x10" fmla="*/ 53 w 4914"/>
              <a:gd name="p0y10" fmla="*/ 1455 h 1455"/>
              <a:gd name="p0x11" fmla="*/ 0 w 4914"/>
              <a:gd name="p0y11" fmla="*/ 1401 h 1455"/>
              <a:gd name="p0x12" fmla="*/ 0 w 4914"/>
              <a:gd name="p0y12" fmla="*/ 1335 h 1455"/>
              <a:gd name="p0x13" fmla="*/ 0 w 4914"/>
              <a:gd name="p0y13" fmla="*/ 120 h 1455"/>
              <a:gd name="p0x14" fmla="*/ 0 w 4914"/>
              <a:gd name="p0y14" fmla="*/ 53 h 1455"/>
              <a:gd name="p0x15" fmla="*/ 53 w 4914"/>
              <a:gd name="p0y15" fmla="*/ 0 h 1455"/>
              <a:gd name="p0x16" fmla="*/ 120 w 4914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>
            <p:custDataLst>
              <p:tags r:id="rId51"/>
            </p:custDataLst>
          </p:nvPr>
        </p:nvSpPr>
        <p:spPr>
          <a:xfrm>
            <a:off x="8565515" y="49415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52"/>
            </p:custDataLst>
          </p:nvPr>
        </p:nvSpPr>
        <p:spPr>
          <a:xfrm>
            <a:off x="8651901" y="4975174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0D4A63"/>
                </a:solidFill>
                <a:cs typeface="+mn-lt"/>
              </a:rPr>
              <a:t>2</a:t>
            </a:r>
            <a:endParaRPr sz="1200" b="1">
              <a:solidFill>
                <a:srgbClr val="0D4A63"/>
              </a:solidFill>
              <a:cs typeface="+mn-lt"/>
            </a:endParaRPr>
          </a:p>
        </p:txBody>
      </p:sp>
      <p:sp>
        <p:nvSpPr>
          <p:cNvPr id="55" name="文本框 54"/>
          <p:cNvSpPr txBox="1"/>
          <p:nvPr>
            <p:custDataLst>
              <p:tags r:id="rId53"/>
            </p:custDataLst>
          </p:nvPr>
        </p:nvSpPr>
        <p:spPr>
          <a:xfrm>
            <a:off x="8947099" y="4898974"/>
            <a:ext cx="23494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线宽、线距、孔径等参数前置验证，避免后期返工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41" name="任意多边形 40"/>
          <p:cNvSpPr/>
          <p:nvPr>
            <p:custDataLst>
              <p:tags r:id="rId54"/>
            </p:custDataLst>
          </p:nvPr>
        </p:nvSpPr>
        <p:spPr>
          <a:xfrm>
            <a:off x="8153604" y="1552575"/>
            <a:ext cx="3554322" cy="28575"/>
          </a:xfrm>
          <a:custGeom>
            <a:avLst/>
            <a:gdLst>
              <a:gd name="sw" fmla="*/ 1 w 5649"/>
              <a:gd name="sh" fmla="*/ 1 h 45"/>
              <a:gd name="mins" fmla="min sw sh"/>
              <a:gd name="dsw" fmla="+- 0 sw mins"/>
              <a:gd name="dsh" fmla="+- 0 sh mins"/>
              <a:gd name="p0x0" fmla="*/ 45 w 5649"/>
              <a:gd name="p0y0" fmla="*/ 0 h 45"/>
              <a:gd name="p0x1" fmla="*/ 5604 w 5649"/>
              <a:gd name="p0y1" fmla="*/ 0 h 45"/>
              <a:gd name="p0x2" fmla="*/ 5629 w 5649"/>
              <a:gd name="p0y2" fmla="*/ 0 h 45"/>
              <a:gd name="p0x3" fmla="*/ 5649 w 5649"/>
              <a:gd name="p0y3" fmla="*/ 20 h 45"/>
              <a:gd name="p0x4" fmla="*/ 5649 w 5649"/>
              <a:gd name="p0y4" fmla="*/ 45 h 45"/>
              <a:gd name="p0x5" fmla="*/ 0 w 5649"/>
              <a:gd name="p0y5" fmla="*/ 45 h 45"/>
              <a:gd name="p0x6" fmla="*/ 0 w 5649"/>
              <a:gd name="p0y6" fmla="*/ 20 h 45"/>
              <a:gd name="p0x7" fmla="*/ 20 w 5649"/>
              <a:gd name="p0y7" fmla="*/ 0 h 45"/>
              <a:gd name="p0x8" fmla="*/ 45 w 5649"/>
              <a:gd name="p0y8" fmla="*/ 0 h 45"/>
            </a:gdLst>
            <a:ahLst/>
            <a:cxnLst/>
            <a:pathLst>
              <a:path w="5597" h="45">
                <a:moveTo>
                  <a:pt x="94" y="0"/>
                </a:moveTo>
                <a:lnTo>
                  <a:pt x="5504" y="0"/>
                </a:lnTo>
                <a:cubicBezTo>
                  <a:pt x="5541" y="-3"/>
                  <a:pt x="5584" y="25"/>
                  <a:pt x="559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47700" y="433388"/>
            <a:ext cx="4572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1A5E7A"/>
                </a:solidFill>
                <a:cs typeface="+mn-lt"/>
              </a:rPr>
              <a:t>未来演进方向与产品展望</a:t>
            </a:r>
            <a:endParaRPr sz="30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461645" y="1128395"/>
            <a:ext cx="11268075" cy="809625"/>
          </a:xfrm>
          <a:custGeom>
            <a:avLst/>
            <a:gdLst>
              <a:gd name="sw" fmla="*/ 1 w 17745"/>
              <a:gd name="sh" fmla="*/ 1 h 1275"/>
              <a:gd name="mins" fmla="min sw sh"/>
              <a:gd name="dsw" fmla="+- 0 sw mins"/>
              <a:gd name="dsh" fmla="+- 0 sh mins"/>
              <a:gd name="p0x0" fmla="*/ 120 w 17745"/>
              <a:gd name="p0y0" fmla="*/ 0 h 1275"/>
              <a:gd name="p0x1" fmla="*/ 17625 w 17745"/>
              <a:gd name="p0y1" fmla="*/ 0 h 1275"/>
              <a:gd name="p0x2" fmla="*/ 17691 w 17745"/>
              <a:gd name="p0y2" fmla="*/ 0 h 1275"/>
              <a:gd name="p0x3" fmla="*/ 17745 w 17745"/>
              <a:gd name="p0y3" fmla="*/ 53 h 1275"/>
              <a:gd name="p0x4" fmla="*/ 17745 w 17745"/>
              <a:gd name="p0y4" fmla="*/ 120 h 1275"/>
              <a:gd name="p0x5" fmla="*/ 17745 w 17745"/>
              <a:gd name="p0y5" fmla="*/ 1155 h 1275"/>
              <a:gd name="p0x6" fmla="*/ 17745 w 17745"/>
              <a:gd name="p0y6" fmla="*/ 1221 h 1275"/>
              <a:gd name="p0x7" fmla="*/ 17691 w 17745"/>
              <a:gd name="p0y7" fmla="*/ 1275 h 1275"/>
              <a:gd name="p0x8" fmla="*/ 17625 w 17745"/>
              <a:gd name="p0y8" fmla="*/ 1275 h 1275"/>
              <a:gd name="p0x9" fmla="*/ 120 w 17745"/>
              <a:gd name="p0y9" fmla="*/ 1275 h 1275"/>
              <a:gd name="p0x10" fmla="*/ 53 w 17745"/>
              <a:gd name="p0y10" fmla="*/ 1275 h 1275"/>
              <a:gd name="p0x11" fmla="*/ 0 w 17745"/>
              <a:gd name="p0y11" fmla="*/ 1221 h 1275"/>
              <a:gd name="p0x12" fmla="*/ 0 w 17745"/>
              <a:gd name="p0y12" fmla="*/ 1155 h 1275"/>
              <a:gd name="p0x13" fmla="*/ 0 w 17745"/>
              <a:gd name="p0y13" fmla="*/ 120 h 1275"/>
              <a:gd name="p0x14" fmla="*/ 0 w 17745"/>
              <a:gd name="p0y14" fmla="*/ 53 h 1275"/>
              <a:gd name="p0x15" fmla="*/ 53 w 17745"/>
              <a:gd name="p0y15" fmla="*/ 0 h 1275"/>
              <a:gd name="p0x16" fmla="*/ 120 w 17745"/>
              <a:gd name="p0y16" fmla="*/ 0 h 12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 w="9525" cmpd="sng">
            <a:solidFill>
              <a:schemeClr val="accent1">
                <a:alpha val="2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57225" y="1233488"/>
            <a:ext cx="10877550" cy="5953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500">
                <a:solidFill>
                  <a:srgbClr val="0D4A63"/>
                </a:solidFill>
                <a:cs typeface="+mn-lt"/>
              </a:rPr>
              <a:t>本项目通过</a:t>
            </a:r>
            <a:r>
              <a:rPr lang="en-US" altLang="zh-CN" sz="1500">
                <a:solidFill>
                  <a:srgbClr val="0D4A63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0D4A63"/>
                </a:solidFill>
                <a:cs typeface="+mn-lt"/>
              </a:rPr>
              <a:t>8</a:t>
            </a:r>
            <a:r>
              <a:rPr lang="zh-CN" altLang="en-US" sz="1500" b="1">
                <a:solidFill>
                  <a:srgbClr val="0D4A63"/>
                </a:solidFill>
                <a:cs typeface="+mn-lt"/>
              </a:rPr>
              <a:t>周</a:t>
            </a:r>
            <a:r>
              <a:rPr lang="en-US" altLang="en-US" sz="1500">
                <a:solidFill>
                  <a:srgbClr val="0D4A63"/>
                </a:solidFill>
                <a:cs typeface="+mn-lt"/>
              </a:rPr>
              <a:t> </a:t>
            </a:r>
            <a:r>
              <a:rPr lang="zh-CN" altLang="en-US" sz="1500">
                <a:solidFill>
                  <a:srgbClr val="0D4A63"/>
                </a:solidFill>
                <a:cs typeface="+mn-lt"/>
              </a:rPr>
              <a:t>系统性工作，完成从需求分析到生产文件输出的全流程闭环，沉淀</a:t>
            </a:r>
            <a:r>
              <a:rPr lang="en-US" altLang="zh-CN" sz="1500">
                <a:solidFill>
                  <a:srgbClr val="0D4A63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rgbClr val="0D4A63"/>
                </a:solidFill>
                <a:cs typeface="+mn-lt"/>
              </a:rPr>
              <a:t>4</a:t>
            </a:r>
            <a:r>
              <a:rPr lang="zh-CN" altLang="en-US" sz="1500" b="1">
                <a:solidFill>
                  <a:srgbClr val="0D4A63"/>
                </a:solidFill>
                <a:cs typeface="+mn-lt"/>
              </a:rPr>
              <a:t>层板设计</a:t>
            </a:r>
            <a:r>
              <a:rPr sz="1500">
                <a:solidFill>
                  <a:srgbClr val="0D4A63"/>
                </a:solidFill>
                <a:cs typeface="+mn-lt"/>
              </a:rPr>
              <a:t>、</a:t>
            </a:r>
            <a:r>
              <a:rPr sz="1500" b="1">
                <a:solidFill>
                  <a:srgbClr val="0D4A63"/>
                </a:solidFill>
                <a:cs typeface="+mn-lt"/>
              </a:rPr>
              <a:t>射频阻抗匹配</a:t>
            </a:r>
            <a:r>
              <a:rPr sz="1500">
                <a:solidFill>
                  <a:srgbClr val="0D4A63"/>
                </a:solidFill>
                <a:cs typeface="+mn-lt"/>
              </a:rPr>
              <a:t>、</a:t>
            </a:r>
            <a:r>
              <a:rPr sz="1500" b="1">
                <a:solidFill>
                  <a:srgbClr val="0D4A63"/>
                </a:solidFill>
                <a:cs typeface="+mn-lt"/>
              </a:rPr>
              <a:t>低功耗优化</a:t>
            </a:r>
            <a:r>
              <a:rPr sz="1500">
                <a:solidFill>
                  <a:srgbClr val="0D4A63"/>
                </a:solidFill>
                <a:cs typeface="+mn-lt"/>
              </a:rPr>
              <a:t>、</a:t>
            </a:r>
            <a:endParaRPr sz="1500">
              <a:solidFill>
                <a:srgbClr val="0D4A63"/>
              </a:solidFill>
              <a:cs typeface="+mn-lt"/>
            </a:endParaRPr>
          </a:p>
          <a:p>
            <a:pPr algn="l">
              <a:lnSpc>
                <a:spcPct val="125000"/>
              </a:lnSpc>
            </a:pPr>
            <a:r>
              <a:rPr lang="en-US" sz="1500" b="1">
                <a:solidFill>
                  <a:srgbClr val="0D4A63"/>
                </a:solidFill>
                <a:cs typeface="+mn-lt"/>
              </a:rPr>
              <a:t>DFM</a:t>
            </a:r>
            <a:r>
              <a:rPr lang="zh-CN" altLang="en-US" sz="1500" b="1">
                <a:solidFill>
                  <a:srgbClr val="0D4A63"/>
                </a:solidFill>
                <a:cs typeface="+mn-lt"/>
              </a:rPr>
              <a:t>量产</a:t>
            </a:r>
            <a:r>
              <a:rPr lang="en-US" sz="1500">
                <a:solidFill>
                  <a:srgbClr val="0D4A63"/>
                </a:solidFill>
                <a:cs typeface="+mn-lt"/>
              </a:rPr>
              <a:t> </a:t>
            </a:r>
            <a:r>
              <a:rPr lang="zh-CN" sz="1500">
                <a:solidFill>
                  <a:srgbClr val="0D4A63"/>
                </a:solidFill>
                <a:cs typeface="+mn-lt"/>
              </a:rPr>
              <a:t>等核心能力。</a:t>
            </a:r>
            <a:endParaRPr lang="zh-CN" sz="1500">
              <a:solidFill>
                <a:srgbClr val="0D4A63"/>
              </a:solidFill>
              <a:cs typeface="+mn-lt"/>
            </a:endParaRPr>
          </a:p>
        </p:txBody>
      </p:sp>
      <p:sp>
        <p:nvSpPr>
          <p:cNvPr id="59" name="文本框 58"/>
          <p:cNvSpPr txBox="1"/>
          <p:nvPr>
            <p:custDataLst>
              <p:tags r:id="rId5"/>
            </p:custDataLst>
          </p:nvPr>
        </p:nvSpPr>
        <p:spPr>
          <a:xfrm>
            <a:off x="3913737" y="6148388"/>
            <a:ext cx="43644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 spc="90">
                <a:solidFill>
                  <a:srgbClr val="2AA4D0"/>
                </a:solidFill>
                <a:cs typeface="+mn-lt"/>
              </a:rPr>
              <a:t>开源硬件，智联万物</a:t>
            </a:r>
            <a:r>
              <a:rPr lang="en-US" sz="1500" spc="90">
                <a:solidFill>
                  <a:srgbClr val="4A7A8F"/>
                </a:solidFill>
                <a:cs typeface="+mn-lt"/>
              </a:rPr>
              <a:t> —— </a:t>
            </a:r>
            <a:r>
              <a:rPr lang="zh-CN" altLang="en-US" sz="1500" spc="90">
                <a:solidFill>
                  <a:srgbClr val="4A7A8F"/>
                </a:solidFill>
                <a:cs typeface="+mn-lt"/>
              </a:rPr>
              <a:t>从一颗传感器开始</a:t>
            </a:r>
            <a:endParaRPr lang="zh-CN" altLang="en-US" sz="1500" spc="90">
              <a:solidFill>
                <a:srgbClr val="4A7A8F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461645" y="2138045"/>
            <a:ext cx="5553075" cy="1826260"/>
          </a:xfrm>
          <a:custGeom>
            <a:avLst/>
            <a:gdLst>
              <a:gd name="sw" fmla="*/ 1 w 8745"/>
              <a:gd name="sh" fmla="*/ 1 h 2876"/>
              <a:gd name="mins" fmla="min sw sh"/>
              <a:gd name="dsw" fmla="+- 0 sw mins"/>
              <a:gd name="dsh" fmla="+- 0 sh mins"/>
              <a:gd name="p0x0" fmla="*/ 120 w 8745"/>
              <a:gd name="p0y0" fmla="*/ 0 h 2876"/>
              <a:gd name="p0x1" fmla="*/ 8625 w 8745"/>
              <a:gd name="p0y1" fmla="*/ 0 h 2876"/>
              <a:gd name="p0x2" fmla="*/ 8691 w 8745"/>
              <a:gd name="p0y2" fmla="*/ 0 h 2876"/>
              <a:gd name="p0x3" fmla="*/ 8745 w 8745"/>
              <a:gd name="p0y3" fmla="*/ 53 h 2876"/>
              <a:gd name="p0x4" fmla="*/ 8745 w 8745"/>
              <a:gd name="p0y4" fmla="*/ 120 h 2876"/>
              <a:gd name="p0x5" fmla="*/ 8745 w 8745"/>
              <a:gd name="p0y5" fmla="*/ 2756 h 2876"/>
              <a:gd name="p0x6" fmla="*/ 8745 w 8745"/>
              <a:gd name="p0y6" fmla="*/ 2822 h 2876"/>
              <a:gd name="p0x7" fmla="*/ 8691 w 8745"/>
              <a:gd name="p0y7" fmla="*/ 2876 h 2876"/>
              <a:gd name="p0x8" fmla="*/ 8625 w 8745"/>
              <a:gd name="p0y8" fmla="*/ 2876 h 2876"/>
              <a:gd name="p0x9" fmla="*/ 120 w 8745"/>
              <a:gd name="p0y9" fmla="*/ 2876 h 2876"/>
              <a:gd name="p0x10" fmla="*/ 53 w 8745"/>
              <a:gd name="p0y10" fmla="*/ 2876 h 2876"/>
              <a:gd name="p0x11" fmla="*/ 0 w 8745"/>
              <a:gd name="p0y11" fmla="*/ 2822 h 2876"/>
              <a:gd name="p0x12" fmla="*/ 0 w 8745"/>
              <a:gd name="p0y12" fmla="*/ 2756 h 2876"/>
              <a:gd name="p0x13" fmla="*/ 0 w 8745"/>
              <a:gd name="p0y13" fmla="*/ 120 h 2876"/>
              <a:gd name="p0x14" fmla="*/ 0 w 8745"/>
              <a:gd name="p0y14" fmla="*/ 53 h 2876"/>
              <a:gd name="p0x15" fmla="*/ 53 w 8745"/>
              <a:gd name="p0y15" fmla="*/ 0 h 2876"/>
              <a:gd name="p0x16" fmla="*/ 120 w 8745"/>
              <a:gd name="p0y16" fmla="*/ 0 h 287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657225" y="22955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3900" y="2362200"/>
            <a:ext cx="209550" cy="209550"/>
          </a:xfrm>
          <a:prstGeom prst="rect">
            <a:avLst/>
          </a:prstGeom>
          <a:noFill/>
        </p:spPr>
      </p:pic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1114425" y="2284095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cs typeface="+mn-lt"/>
              </a:rPr>
              <a:t>低功耗优化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8" name="任意多边形 7"/>
          <p:cNvSpPr/>
          <p:nvPr>
            <p:custDataLst>
              <p:tags r:id="rId12"/>
            </p:custDataLst>
          </p:nvPr>
        </p:nvSpPr>
        <p:spPr>
          <a:xfrm>
            <a:off x="483442" y="2143125"/>
            <a:ext cx="5510117" cy="28575"/>
          </a:xfrm>
          <a:custGeom>
            <a:avLst/>
            <a:gdLst>
              <a:gd name="sw" fmla="*/ 1 w 8730"/>
              <a:gd name="sh" fmla="*/ 1 h 45"/>
              <a:gd name="mins" fmla="min sw sh"/>
              <a:gd name="dsw" fmla="+- 0 sw mins"/>
              <a:gd name="dsh" fmla="+- 0 sh mins"/>
              <a:gd name="p0x0" fmla="*/ 45 w 8730"/>
              <a:gd name="p0y0" fmla="*/ 0 h 45"/>
              <a:gd name="p0x1" fmla="*/ 8685 w 8730"/>
              <a:gd name="p0y1" fmla="*/ 0 h 45"/>
              <a:gd name="p0x2" fmla="*/ 8709 w 8730"/>
              <a:gd name="p0y2" fmla="*/ 0 h 45"/>
              <a:gd name="p0x3" fmla="*/ 8730 w 8730"/>
              <a:gd name="p0y3" fmla="*/ 20 h 45"/>
              <a:gd name="p0x4" fmla="*/ 8730 w 8730"/>
              <a:gd name="p0y4" fmla="*/ 45 h 45"/>
              <a:gd name="p0x5" fmla="*/ 0 w 8730"/>
              <a:gd name="p0y5" fmla="*/ 45 h 45"/>
              <a:gd name="p0x6" fmla="*/ 0 w 8730"/>
              <a:gd name="p0y6" fmla="*/ 20 h 45"/>
              <a:gd name="p0x7" fmla="*/ 20 w 8730"/>
              <a:gd name="p0y7" fmla="*/ 0 h 45"/>
              <a:gd name="p0x8" fmla="*/ 45 w 8730"/>
              <a:gd name="p0y8" fmla="*/ 0 h 45"/>
            </a:gdLst>
            <a:ahLst/>
            <a:cxnLst/>
            <a:pathLst>
              <a:path w="8677" h="45">
                <a:moveTo>
                  <a:pt x="94" y="0"/>
                </a:moveTo>
                <a:lnTo>
                  <a:pt x="8584" y="0"/>
                </a:lnTo>
                <a:cubicBezTo>
                  <a:pt x="8621" y="-3"/>
                  <a:pt x="8664" y="25"/>
                  <a:pt x="867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809625" y="2756897"/>
            <a:ext cx="50101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优化电源路径，选用更低功耗元器件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13" name="任意多边形 12"/>
          <p:cNvSpPr/>
          <p:nvPr>
            <p:custDataLst>
              <p:tags r:id="rId14"/>
            </p:custDataLst>
          </p:nvPr>
        </p:nvSpPr>
        <p:spPr>
          <a:xfrm>
            <a:off x="657225" y="287591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809625" y="3127772"/>
            <a:ext cx="50101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探索间歇性工作模式与深度睡眠策略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6"/>
            </p:custDataLst>
          </p:nvPr>
        </p:nvSpPr>
        <p:spPr>
          <a:xfrm>
            <a:off x="657225" y="324675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809625" y="3498656"/>
            <a:ext cx="267712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lang="zh-CN" altLang="en-US" sz="1500">
                <a:solidFill>
                  <a:srgbClr val="4A7A8F"/>
                </a:solidFill>
                <a:cs typeface="+mn-lt"/>
              </a:rPr>
              <a:t>当前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SHT20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休眠功耗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 </a:t>
            </a:r>
            <a:r>
              <a:rPr sz="1500" b="1">
                <a:solidFill>
                  <a:srgbClr val="1A5E7A"/>
                </a:solidFill>
                <a:cs typeface="+mn-lt"/>
              </a:rPr>
              <a:t>0.15µA</a:t>
            </a:r>
            <a:endParaRPr sz="15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18"/>
            </p:custDataLst>
          </p:nvPr>
        </p:nvSpPr>
        <p:spPr>
          <a:xfrm>
            <a:off x="657225" y="36175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9"/>
            </p:custDataLst>
          </p:nvPr>
        </p:nvSpPr>
        <p:spPr>
          <a:xfrm>
            <a:off x="6176645" y="2138045"/>
            <a:ext cx="5553075" cy="1826260"/>
          </a:xfrm>
          <a:custGeom>
            <a:avLst/>
            <a:gdLst>
              <a:gd name="sw" fmla="*/ 1 w 8745"/>
              <a:gd name="sh" fmla="*/ 1 h 2876"/>
              <a:gd name="mins" fmla="min sw sh"/>
              <a:gd name="dsw" fmla="+- 0 sw mins"/>
              <a:gd name="dsh" fmla="+- 0 sh mins"/>
              <a:gd name="p0x0" fmla="*/ 120 w 8745"/>
              <a:gd name="p0y0" fmla="*/ 0 h 2876"/>
              <a:gd name="p0x1" fmla="*/ 8625 w 8745"/>
              <a:gd name="p0y1" fmla="*/ 0 h 2876"/>
              <a:gd name="p0x2" fmla="*/ 8691 w 8745"/>
              <a:gd name="p0y2" fmla="*/ 0 h 2876"/>
              <a:gd name="p0x3" fmla="*/ 8745 w 8745"/>
              <a:gd name="p0y3" fmla="*/ 53 h 2876"/>
              <a:gd name="p0x4" fmla="*/ 8745 w 8745"/>
              <a:gd name="p0y4" fmla="*/ 120 h 2876"/>
              <a:gd name="p0x5" fmla="*/ 8745 w 8745"/>
              <a:gd name="p0y5" fmla="*/ 2756 h 2876"/>
              <a:gd name="p0x6" fmla="*/ 8745 w 8745"/>
              <a:gd name="p0y6" fmla="*/ 2822 h 2876"/>
              <a:gd name="p0x7" fmla="*/ 8691 w 8745"/>
              <a:gd name="p0y7" fmla="*/ 2876 h 2876"/>
              <a:gd name="p0x8" fmla="*/ 8625 w 8745"/>
              <a:gd name="p0y8" fmla="*/ 2876 h 2876"/>
              <a:gd name="p0x9" fmla="*/ 120 w 8745"/>
              <a:gd name="p0y9" fmla="*/ 2876 h 2876"/>
              <a:gd name="p0x10" fmla="*/ 53 w 8745"/>
              <a:gd name="p0y10" fmla="*/ 2876 h 2876"/>
              <a:gd name="p0x11" fmla="*/ 0 w 8745"/>
              <a:gd name="p0y11" fmla="*/ 2822 h 2876"/>
              <a:gd name="p0x12" fmla="*/ 0 w 8745"/>
              <a:gd name="p0y12" fmla="*/ 2756 h 2876"/>
              <a:gd name="p0x13" fmla="*/ 0 w 8745"/>
              <a:gd name="p0y13" fmla="*/ 120 h 2876"/>
              <a:gd name="p0x14" fmla="*/ 0 w 8745"/>
              <a:gd name="p0y14" fmla="*/ 53 h 2876"/>
              <a:gd name="p0x15" fmla="*/ 53 w 8745"/>
              <a:gd name="p0y15" fmla="*/ 0 h 2876"/>
              <a:gd name="p0x16" fmla="*/ 120 w 8745"/>
              <a:gd name="p0y16" fmla="*/ 0 h 287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6372225" y="22955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38900" y="2362200"/>
            <a:ext cx="209550" cy="209550"/>
          </a:xfrm>
          <a:prstGeom prst="rect">
            <a:avLst/>
          </a:prstGeom>
          <a:noFill/>
        </p:spPr>
      </p:pic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6829425" y="2284095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cs typeface="+mn-lt"/>
              </a:rPr>
              <a:t>多传感扩展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6198442" y="2143125"/>
            <a:ext cx="5510117" cy="28575"/>
          </a:xfrm>
          <a:custGeom>
            <a:avLst/>
            <a:gdLst>
              <a:gd name="sw" fmla="*/ 1 w 8730"/>
              <a:gd name="sh" fmla="*/ 1 h 45"/>
              <a:gd name="mins" fmla="min sw sh"/>
              <a:gd name="dsw" fmla="+- 0 sw mins"/>
              <a:gd name="dsh" fmla="+- 0 sh mins"/>
              <a:gd name="p0x0" fmla="*/ 45 w 8730"/>
              <a:gd name="p0y0" fmla="*/ 0 h 45"/>
              <a:gd name="p0x1" fmla="*/ 8685 w 8730"/>
              <a:gd name="p0y1" fmla="*/ 0 h 45"/>
              <a:gd name="p0x2" fmla="*/ 8709 w 8730"/>
              <a:gd name="p0y2" fmla="*/ 0 h 45"/>
              <a:gd name="p0x3" fmla="*/ 8730 w 8730"/>
              <a:gd name="p0y3" fmla="*/ 20 h 45"/>
              <a:gd name="p0x4" fmla="*/ 8730 w 8730"/>
              <a:gd name="p0y4" fmla="*/ 45 h 45"/>
              <a:gd name="p0x5" fmla="*/ 0 w 8730"/>
              <a:gd name="p0y5" fmla="*/ 45 h 45"/>
              <a:gd name="p0x6" fmla="*/ 0 w 8730"/>
              <a:gd name="p0y6" fmla="*/ 20 h 45"/>
              <a:gd name="p0x7" fmla="*/ 20 w 8730"/>
              <a:gd name="p0y7" fmla="*/ 0 h 45"/>
              <a:gd name="p0x8" fmla="*/ 45 w 8730"/>
              <a:gd name="p0y8" fmla="*/ 0 h 45"/>
            </a:gdLst>
            <a:ahLst/>
            <a:cxnLst/>
            <a:pathLst>
              <a:path w="8677" h="45">
                <a:moveTo>
                  <a:pt x="94" y="0"/>
                </a:moveTo>
                <a:lnTo>
                  <a:pt x="8584" y="0"/>
                </a:lnTo>
                <a:cubicBezTo>
                  <a:pt x="8621" y="-3"/>
                  <a:pt x="8664" y="25"/>
                  <a:pt x="867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6"/>
            </p:custDataLst>
          </p:nvPr>
        </p:nvSpPr>
        <p:spPr>
          <a:xfrm>
            <a:off x="6524625" y="2756897"/>
            <a:ext cx="50101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集成气压、环境光等传感器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26" name="任意多边形 25"/>
          <p:cNvSpPr/>
          <p:nvPr>
            <p:custDataLst>
              <p:tags r:id="rId27"/>
            </p:custDataLst>
          </p:nvPr>
        </p:nvSpPr>
        <p:spPr>
          <a:xfrm>
            <a:off x="6372225" y="287591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8"/>
            </p:custDataLst>
          </p:nvPr>
        </p:nvSpPr>
        <p:spPr>
          <a:xfrm>
            <a:off x="6524625" y="3127772"/>
            <a:ext cx="50101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从单一温湿度向多维度环境感知演进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28" name="任意多边形 27"/>
          <p:cNvSpPr/>
          <p:nvPr>
            <p:custDataLst>
              <p:tags r:id="rId29"/>
            </p:custDataLst>
          </p:nvPr>
        </p:nvSpPr>
        <p:spPr>
          <a:xfrm>
            <a:off x="6372225" y="324675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6524625" y="3498656"/>
            <a:ext cx="50101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扩展应用场景，提升产品竞争力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30" name="任意多边形 29"/>
          <p:cNvSpPr/>
          <p:nvPr>
            <p:custDataLst>
              <p:tags r:id="rId31"/>
            </p:custDataLst>
          </p:nvPr>
        </p:nvSpPr>
        <p:spPr>
          <a:xfrm>
            <a:off x="6372225" y="361759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2"/>
            </p:custDataLst>
          </p:nvPr>
        </p:nvSpPr>
        <p:spPr>
          <a:xfrm>
            <a:off x="461645" y="4126230"/>
            <a:ext cx="5553075" cy="1826895"/>
          </a:xfrm>
          <a:custGeom>
            <a:avLst/>
            <a:gdLst>
              <a:gd name="sw" fmla="*/ 1 w 8745"/>
              <a:gd name="sh" fmla="*/ 1 h 2876"/>
              <a:gd name="mins" fmla="min sw sh"/>
              <a:gd name="dsw" fmla="+- 0 sw mins"/>
              <a:gd name="dsh" fmla="+- 0 sh mins"/>
              <a:gd name="p0x0" fmla="*/ 120 w 8745"/>
              <a:gd name="p0y0" fmla="*/ 0 h 2876"/>
              <a:gd name="p0x1" fmla="*/ 8625 w 8745"/>
              <a:gd name="p0y1" fmla="*/ 0 h 2876"/>
              <a:gd name="p0x2" fmla="*/ 8691 w 8745"/>
              <a:gd name="p0y2" fmla="*/ 0 h 2876"/>
              <a:gd name="p0x3" fmla="*/ 8745 w 8745"/>
              <a:gd name="p0y3" fmla="*/ 53 h 2876"/>
              <a:gd name="p0x4" fmla="*/ 8745 w 8745"/>
              <a:gd name="p0y4" fmla="*/ 120 h 2876"/>
              <a:gd name="p0x5" fmla="*/ 8745 w 8745"/>
              <a:gd name="p0y5" fmla="*/ 2756 h 2876"/>
              <a:gd name="p0x6" fmla="*/ 8745 w 8745"/>
              <a:gd name="p0y6" fmla="*/ 2822 h 2876"/>
              <a:gd name="p0x7" fmla="*/ 8691 w 8745"/>
              <a:gd name="p0y7" fmla="*/ 2876 h 2876"/>
              <a:gd name="p0x8" fmla="*/ 8625 w 8745"/>
              <a:gd name="p0y8" fmla="*/ 2876 h 2876"/>
              <a:gd name="p0x9" fmla="*/ 120 w 8745"/>
              <a:gd name="p0y9" fmla="*/ 2876 h 2876"/>
              <a:gd name="p0x10" fmla="*/ 53 w 8745"/>
              <a:gd name="p0y10" fmla="*/ 2876 h 2876"/>
              <a:gd name="p0x11" fmla="*/ 0 w 8745"/>
              <a:gd name="p0y11" fmla="*/ 2822 h 2876"/>
              <a:gd name="p0x12" fmla="*/ 0 w 8745"/>
              <a:gd name="p0y12" fmla="*/ 2756 h 2876"/>
              <a:gd name="p0x13" fmla="*/ 0 w 8745"/>
              <a:gd name="p0y13" fmla="*/ 120 h 2876"/>
              <a:gd name="p0x14" fmla="*/ 0 w 8745"/>
              <a:gd name="p0y14" fmla="*/ 53 h 2876"/>
              <a:gd name="p0x15" fmla="*/ 53 w 8745"/>
              <a:gd name="p0y15" fmla="*/ 0 h 2876"/>
              <a:gd name="p0x16" fmla="*/ 120 w 8745"/>
              <a:gd name="p0y16" fmla="*/ 0 h 287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3"/>
            </p:custDataLst>
          </p:nvPr>
        </p:nvSpPr>
        <p:spPr>
          <a:xfrm>
            <a:off x="657225" y="42837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23900" y="4350385"/>
            <a:ext cx="209550" cy="209550"/>
          </a:xfrm>
          <a:prstGeom prst="rect">
            <a:avLst/>
          </a:prstGeom>
          <a:noFill/>
        </p:spPr>
      </p:pic>
      <p:sp>
        <p:nvSpPr>
          <p:cNvPr id="38" name="文本框 37"/>
          <p:cNvSpPr txBox="1"/>
          <p:nvPr>
            <p:custDataLst>
              <p:tags r:id="rId37"/>
            </p:custDataLst>
          </p:nvPr>
        </p:nvSpPr>
        <p:spPr>
          <a:xfrm>
            <a:off x="1114425" y="427243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cs typeface="+mn-lt"/>
              </a:rPr>
              <a:t>天线升级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34" name="任意多边形 33"/>
          <p:cNvSpPr/>
          <p:nvPr>
            <p:custDataLst>
              <p:tags r:id="rId38"/>
            </p:custDataLst>
          </p:nvPr>
        </p:nvSpPr>
        <p:spPr>
          <a:xfrm>
            <a:off x="483442" y="4131310"/>
            <a:ext cx="5510117" cy="28575"/>
          </a:xfrm>
          <a:custGeom>
            <a:avLst/>
            <a:gdLst>
              <a:gd name="sw" fmla="*/ 1 w 8730"/>
              <a:gd name="sh" fmla="*/ 1 h 45"/>
              <a:gd name="mins" fmla="min sw sh"/>
              <a:gd name="dsw" fmla="+- 0 sw mins"/>
              <a:gd name="dsh" fmla="+- 0 sh mins"/>
              <a:gd name="p0x0" fmla="*/ 45 w 8730"/>
              <a:gd name="p0y0" fmla="*/ 0 h 45"/>
              <a:gd name="p0x1" fmla="*/ 8685 w 8730"/>
              <a:gd name="p0y1" fmla="*/ 0 h 45"/>
              <a:gd name="p0x2" fmla="*/ 8709 w 8730"/>
              <a:gd name="p0y2" fmla="*/ 0 h 45"/>
              <a:gd name="p0x3" fmla="*/ 8730 w 8730"/>
              <a:gd name="p0y3" fmla="*/ 20 h 45"/>
              <a:gd name="p0x4" fmla="*/ 8730 w 8730"/>
              <a:gd name="p0y4" fmla="*/ 45 h 45"/>
              <a:gd name="p0x5" fmla="*/ 0 w 8730"/>
              <a:gd name="p0y5" fmla="*/ 45 h 45"/>
              <a:gd name="p0x6" fmla="*/ 0 w 8730"/>
              <a:gd name="p0y6" fmla="*/ 20 h 45"/>
              <a:gd name="p0x7" fmla="*/ 20 w 8730"/>
              <a:gd name="p0y7" fmla="*/ 0 h 45"/>
              <a:gd name="p0x8" fmla="*/ 45 w 8730"/>
              <a:gd name="p0y8" fmla="*/ 0 h 45"/>
            </a:gdLst>
            <a:ahLst/>
            <a:cxnLst/>
            <a:pathLst>
              <a:path w="8677" h="45">
                <a:moveTo>
                  <a:pt x="94" y="0"/>
                </a:moveTo>
                <a:lnTo>
                  <a:pt x="8584" y="0"/>
                </a:lnTo>
                <a:cubicBezTo>
                  <a:pt x="8621" y="-3"/>
                  <a:pt x="8664" y="25"/>
                  <a:pt x="867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9"/>
            </p:custDataLst>
          </p:nvPr>
        </p:nvSpPr>
        <p:spPr>
          <a:xfrm>
            <a:off x="809625" y="4745241"/>
            <a:ext cx="50101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lang="zh-CN" altLang="en-US" sz="1500">
                <a:solidFill>
                  <a:srgbClr val="4A7A8F"/>
                </a:solidFill>
                <a:cs typeface="+mn-lt"/>
              </a:rPr>
              <a:t>参考</a:t>
            </a:r>
            <a:r>
              <a:rPr lang="en-US" altLang="zh-CN" sz="1500">
                <a:solidFill>
                  <a:srgbClr val="4A7A8F"/>
                </a:solidFill>
                <a:cs typeface="+mn-lt"/>
              </a:rPr>
              <a:t>2.4GHz PCB</a:t>
            </a:r>
            <a:r>
              <a:rPr lang="zh-CN" altLang="en-US" sz="1500">
                <a:solidFill>
                  <a:srgbClr val="4A7A8F"/>
                </a:solidFill>
                <a:cs typeface="+mn-lt"/>
              </a:rPr>
              <a:t>天线设计指南优化结构</a:t>
            </a:r>
            <a:endParaRPr lang="zh-CN" altLang="en-US"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39" name="任意多边形 38"/>
          <p:cNvSpPr/>
          <p:nvPr>
            <p:custDataLst>
              <p:tags r:id="rId40"/>
            </p:custDataLst>
          </p:nvPr>
        </p:nvSpPr>
        <p:spPr>
          <a:xfrm>
            <a:off x="657225" y="48641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1"/>
            </p:custDataLst>
          </p:nvPr>
        </p:nvSpPr>
        <p:spPr>
          <a:xfrm>
            <a:off x="809625" y="5116116"/>
            <a:ext cx="50101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探索陶瓷天线或外置天线方案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41" name="任意多边形 40"/>
          <p:cNvSpPr/>
          <p:nvPr>
            <p:custDataLst>
              <p:tags r:id="rId42"/>
            </p:custDataLst>
          </p:nvPr>
        </p:nvSpPr>
        <p:spPr>
          <a:xfrm>
            <a:off x="657225" y="523494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3"/>
            </p:custDataLst>
          </p:nvPr>
        </p:nvSpPr>
        <p:spPr>
          <a:xfrm>
            <a:off x="809625" y="5487000"/>
            <a:ext cx="50101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保持小型化同时提升射频性能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43" name="任意多边形 42"/>
          <p:cNvSpPr/>
          <p:nvPr>
            <p:custDataLst>
              <p:tags r:id="rId44"/>
            </p:custDataLst>
          </p:nvPr>
        </p:nvSpPr>
        <p:spPr>
          <a:xfrm>
            <a:off x="657225" y="560578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>
            <p:custDataLst>
              <p:tags r:id="rId45"/>
            </p:custDataLst>
          </p:nvPr>
        </p:nvSpPr>
        <p:spPr>
          <a:xfrm>
            <a:off x="6176645" y="4126230"/>
            <a:ext cx="5553075" cy="1826895"/>
          </a:xfrm>
          <a:custGeom>
            <a:avLst/>
            <a:gdLst>
              <a:gd name="sw" fmla="*/ 1 w 8745"/>
              <a:gd name="sh" fmla="*/ 1 h 2876"/>
              <a:gd name="mins" fmla="min sw sh"/>
              <a:gd name="dsw" fmla="+- 0 sw mins"/>
              <a:gd name="dsh" fmla="+- 0 sh mins"/>
              <a:gd name="p0x0" fmla="*/ 120 w 8745"/>
              <a:gd name="p0y0" fmla="*/ 0 h 2876"/>
              <a:gd name="p0x1" fmla="*/ 8625 w 8745"/>
              <a:gd name="p0y1" fmla="*/ 0 h 2876"/>
              <a:gd name="p0x2" fmla="*/ 8691 w 8745"/>
              <a:gd name="p0y2" fmla="*/ 0 h 2876"/>
              <a:gd name="p0x3" fmla="*/ 8745 w 8745"/>
              <a:gd name="p0y3" fmla="*/ 53 h 2876"/>
              <a:gd name="p0x4" fmla="*/ 8745 w 8745"/>
              <a:gd name="p0y4" fmla="*/ 120 h 2876"/>
              <a:gd name="p0x5" fmla="*/ 8745 w 8745"/>
              <a:gd name="p0y5" fmla="*/ 2756 h 2876"/>
              <a:gd name="p0x6" fmla="*/ 8745 w 8745"/>
              <a:gd name="p0y6" fmla="*/ 2822 h 2876"/>
              <a:gd name="p0x7" fmla="*/ 8691 w 8745"/>
              <a:gd name="p0y7" fmla="*/ 2876 h 2876"/>
              <a:gd name="p0x8" fmla="*/ 8625 w 8745"/>
              <a:gd name="p0y8" fmla="*/ 2876 h 2876"/>
              <a:gd name="p0x9" fmla="*/ 120 w 8745"/>
              <a:gd name="p0y9" fmla="*/ 2876 h 2876"/>
              <a:gd name="p0x10" fmla="*/ 53 w 8745"/>
              <a:gd name="p0y10" fmla="*/ 2876 h 2876"/>
              <a:gd name="p0x11" fmla="*/ 0 w 8745"/>
              <a:gd name="p0y11" fmla="*/ 2822 h 2876"/>
              <a:gd name="p0x12" fmla="*/ 0 w 8745"/>
              <a:gd name="p0y12" fmla="*/ 2756 h 2876"/>
              <a:gd name="p0x13" fmla="*/ 0 w 8745"/>
              <a:gd name="p0y13" fmla="*/ 120 h 2876"/>
              <a:gd name="p0x14" fmla="*/ 0 w 8745"/>
              <a:gd name="p0y14" fmla="*/ 53 h 2876"/>
              <a:gd name="p0x15" fmla="*/ 53 w 8745"/>
              <a:gd name="p0y15" fmla="*/ 0 h 2876"/>
              <a:gd name="p0x16" fmla="*/ 120 w 8745"/>
              <a:gd name="p0y16" fmla="*/ 0 h 287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>
            <p:custDataLst>
              <p:tags r:id="rId46"/>
            </p:custDataLst>
          </p:nvPr>
        </p:nvSpPr>
        <p:spPr>
          <a:xfrm>
            <a:off x="6372225" y="42837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154"/>
              <a:lumOff val="8384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438900" y="4350385"/>
            <a:ext cx="209550" cy="209550"/>
          </a:xfrm>
          <a:prstGeom prst="rect">
            <a:avLst/>
          </a:prstGeom>
          <a:noFill/>
        </p:spPr>
      </p:pic>
      <p:sp>
        <p:nvSpPr>
          <p:cNvPr id="51" name="文本框 50"/>
          <p:cNvSpPr txBox="1"/>
          <p:nvPr>
            <p:custDataLst>
              <p:tags r:id="rId50"/>
            </p:custDataLst>
          </p:nvPr>
        </p:nvSpPr>
        <p:spPr>
          <a:xfrm>
            <a:off x="6829425" y="427243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1A5E7A"/>
                </a:solidFill>
                <a:cs typeface="+mn-lt"/>
              </a:rPr>
              <a:t>移动应用</a:t>
            </a:r>
            <a:endParaRPr sz="2100" b="1">
              <a:solidFill>
                <a:srgbClr val="1A5E7A"/>
              </a:solidFill>
              <a:cs typeface="+mn-lt"/>
            </a:endParaRPr>
          </a:p>
        </p:txBody>
      </p:sp>
      <p:sp>
        <p:nvSpPr>
          <p:cNvPr id="47" name="任意多边形 46"/>
          <p:cNvSpPr/>
          <p:nvPr>
            <p:custDataLst>
              <p:tags r:id="rId51"/>
            </p:custDataLst>
          </p:nvPr>
        </p:nvSpPr>
        <p:spPr>
          <a:xfrm>
            <a:off x="6198442" y="4131310"/>
            <a:ext cx="5510117" cy="28575"/>
          </a:xfrm>
          <a:custGeom>
            <a:avLst/>
            <a:gdLst>
              <a:gd name="sw" fmla="*/ 1 w 8730"/>
              <a:gd name="sh" fmla="*/ 1 h 45"/>
              <a:gd name="mins" fmla="min sw sh"/>
              <a:gd name="dsw" fmla="+- 0 sw mins"/>
              <a:gd name="dsh" fmla="+- 0 sh mins"/>
              <a:gd name="p0x0" fmla="*/ 45 w 8730"/>
              <a:gd name="p0y0" fmla="*/ 0 h 45"/>
              <a:gd name="p0x1" fmla="*/ 8685 w 8730"/>
              <a:gd name="p0y1" fmla="*/ 0 h 45"/>
              <a:gd name="p0x2" fmla="*/ 8709 w 8730"/>
              <a:gd name="p0y2" fmla="*/ 0 h 45"/>
              <a:gd name="p0x3" fmla="*/ 8730 w 8730"/>
              <a:gd name="p0y3" fmla="*/ 20 h 45"/>
              <a:gd name="p0x4" fmla="*/ 8730 w 8730"/>
              <a:gd name="p0y4" fmla="*/ 45 h 45"/>
              <a:gd name="p0x5" fmla="*/ 0 w 8730"/>
              <a:gd name="p0y5" fmla="*/ 45 h 45"/>
              <a:gd name="p0x6" fmla="*/ 0 w 8730"/>
              <a:gd name="p0y6" fmla="*/ 20 h 45"/>
              <a:gd name="p0x7" fmla="*/ 20 w 8730"/>
              <a:gd name="p0y7" fmla="*/ 0 h 45"/>
              <a:gd name="p0x8" fmla="*/ 45 w 8730"/>
              <a:gd name="p0y8" fmla="*/ 0 h 45"/>
            </a:gdLst>
            <a:ahLst/>
            <a:cxnLst/>
            <a:pathLst>
              <a:path w="8677" h="45">
                <a:moveTo>
                  <a:pt x="94" y="0"/>
                </a:moveTo>
                <a:lnTo>
                  <a:pt x="8584" y="0"/>
                </a:lnTo>
                <a:cubicBezTo>
                  <a:pt x="8621" y="-3"/>
                  <a:pt x="8664" y="25"/>
                  <a:pt x="8677" y="45"/>
                </a:cubicBezTo>
                <a:lnTo>
                  <a:pt x="0" y="45"/>
                </a:lnTo>
                <a:cubicBezTo>
                  <a:pt x="16" y="21"/>
                  <a:pt x="62" y="-2"/>
                  <a:pt x="9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52"/>
            </p:custDataLst>
          </p:nvPr>
        </p:nvSpPr>
        <p:spPr>
          <a:xfrm>
            <a:off x="6524625" y="4745241"/>
            <a:ext cx="50101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开发配套移动端应用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52" name="任意多边形 51"/>
          <p:cNvSpPr/>
          <p:nvPr>
            <p:custDataLst>
              <p:tags r:id="rId53"/>
            </p:custDataLst>
          </p:nvPr>
        </p:nvSpPr>
        <p:spPr>
          <a:xfrm>
            <a:off x="6372225" y="48641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54"/>
            </p:custDataLst>
          </p:nvPr>
        </p:nvSpPr>
        <p:spPr>
          <a:xfrm>
            <a:off x="6524625" y="5116116"/>
            <a:ext cx="50101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蓝牙连接实时上传数据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54" name="任意多边形 53"/>
          <p:cNvSpPr/>
          <p:nvPr>
            <p:custDataLst>
              <p:tags r:id="rId55"/>
            </p:custDataLst>
          </p:nvPr>
        </p:nvSpPr>
        <p:spPr>
          <a:xfrm>
            <a:off x="6372225" y="523494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56"/>
            </p:custDataLst>
          </p:nvPr>
        </p:nvSpPr>
        <p:spPr>
          <a:xfrm>
            <a:off x="6524625" y="5487000"/>
            <a:ext cx="50101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500">
                <a:solidFill>
                  <a:srgbClr val="4A7A8F"/>
                </a:solidFill>
                <a:cs typeface="+mn-lt"/>
              </a:rPr>
              <a:t>构建硬件到软件的用户体验闭环</a:t>
            </a:r>
            <a:endParaRPr sz="1500">
              <a:solidFill>
                <a:srgbClr val="4A7A8F"/>
              </a:solidFill>
              <a:cs typeface="+mn-lt"/>
            </a:endParaRPr>
          </a:p>
        </p:txBody>
      </p:sp>
      <p:sp>
        <p:nvSpPr>
          <p:cNvPr id="56" name="任意多边形 55"/>
          <p:cNvSpPr/>
          <p:nvPr>
            <p:custDataLst>
              <p:tags r:id="rId57"/>
            </p:custDataLst>
          </p:nvPr>
        </p:nvSpPr>
        <p:spPr>
          <a:xfrm>
            <a:off x="6372225" y="560578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2013128"/>
            <a:ext cx="1290485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2AA4D0"/>
                </a:solidFill>
                <a:latin typeface="MiSans Demibold" panose="00000700000000000000" charset="-122"/>
                <a:ea typeface="MiSans Demibold" panose="00000700000000000000" charset="-122"/>
              </a:rPr>
              <a:t>THANK YOU</a:t>
            </a:r>
            <a:endParaRPr sz="1050" b="1" spc="315">
              <a:solidFill>
                <a:srgbClr val="2AA4D0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2453183"/>
            <a:ext cx="3429076" cy="9391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5400" b="1">
                <a:solidFill>
                  <a:srgbClr val="1A5E7A"/>
                </a:solidFill>
                <a:latin typeface="+mj-lt"/>
                <a:ea typeface="+mj-ea"/>
                <a:cs typeface="+mj-lt"/>
              </a:rPr>
              <a:t>感谢聆听</a:t>
            </a:r>
            <a:endParaRPr sz="5400" b="1">
              <a:solidFill>
                <a:srgbClr val="1A5E7A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641903"/>
            <a:ext cx="3787159" cy="6334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 spc="30">
                <a:solidFill>
                  <a:srgbClr val="2AA4D0"/>
                </a:solidFill>
                <a:cs typeface="+mn-lt"/>
              </a:rPr>
              <a:t>开源硬件，智联万物</a:t>
            </a:r>
            <a:r>
              <a:rPr lang="en-US" sz="1500" spc="30">
                <a:solidFill>
                  <a:srgbClr val="4A7A8F"/>
                </a:solidFill>
                <a:cs typeface="+mn-lt"/>
              </a:rPr>
              <a:t>——</a:t>
            </a:r>
            <a:r>
              <a:rPr lang="zh-CN" altLang="en-US" sz="1500" spc="30">
                <a:solidFill>
                  <a:srgbClr val="4A7A8F"/>
                </a:solidFill>
                <a:cs typeface="+mn-lt"/>
              </a:rPr>
              <a:t>从一颗传感器开始</a:t>
            </a:r>
            <a:endParaRPr lang="zh-CN" altLang="en-US" sz="1500" spc="30">
              <a:solidFill>
                <a:srgbClr val="4A7A8F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7A8F"/>
                </a:solidFill>
                <a:cs typeface="+mn-lt"/>
              </a:rPr>
              <a:t>感谢各位评审专家的宝贵时间与指导</a:t>
            </a:r>
            <a:endParaRPr sz="1500" spc="30">
              <a:solidFill>
                <a:srgbClr val="4A7A8F"/>
              </a:solidFill>
              <a:cs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66750" y="4555350"/>
            <a:ext cx="296957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spc="27">
                <a:solidFill>
                  <a:srgbClr val="4A7A8F"/>
                </a:solidFill>
                <a:cs typeface="+mn-lt"/>
              </a:rPr>
              <a:t>感谢各位评审专家的宝贵时间与指导</a:t>
            </a:r>
            <a:endParaRPr sz="1350" spc="27">
              <a:solidFill>
                <a:srgbClr val="4A7A8F"/>
              </a:solidFill>
              <a:cs typeface="+mn-lt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 rot="2700000">
            <a:off x="666115" y="2077085"/>
            <a:ext cx="47625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2061845" y="209613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WM_TEMPLATE_SUBCATEGORY" val="31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heme/theme1.xml><?xml version="1.0" encoding="utf-8"?>
<a:theme xmlns:a="http://schemas.openxmlformats.org/drawingml/2006/main" name="1_WPS">
  <a:themeElements>
    <a:clrScheme name="">
      <a:dk1>
        <a:srgbClr val="FFFFFF"/>
      </a:dk1>
      <a:lt1>
        <a:srgbClr val="FFFFFF"/>
      </a:lt1>
      <a:dk2>
        <a:srgbClr val="1A5E7A"/>
      </a:dk2>
      <a:lt2>
        <a:srgbClr val="FFFFFF"/>
      </a:lt2>
      <a:accent1>
        <a:srgbClr val="2AA4D0"/>
      </a:accent1>
      <a:accent2>
        <a:srgbClr val="00C853"/>
      </a:accent2>
      <a:accent3>
        <a:srgbClr val="6C63FF"/>
      </a:accent3>
      <a:accent4>
        <a:srgbClr val="FF8A65"/>
      </a:accent4>
      <a:accent5>
        <a:srgbClr val="26C6DA"/>
      </a:accent5>
      <a:accent6>
        <a:srgbClr val="FDD835"/>
      </a:accent6>
      <a:hlink>
        <a:srgbClr val="FFFFFF"/>
      </a:hlink>
      <a:folHlink>
        <a:srgbClr val="FFFFFF"/>
      </a:folHlink>
    </a:clrScheme>
    <a:fontScheme name="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4626</Words>
  <Application>WPS 演示</Application>
  <PresentationFormat>宽屏</PresentationFormat>
  <Paragraphs>683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Arial</vt:lpstr>
      <vt:lpstr>宋体</vt:lpstr>
      <vt:lpstr>Wingdings</vt:lpstr>
      <vt:lpstr>MiSans Demibold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dcterms:created xsi:type="dcterms:W3CDTF">2026-08-19T18:51:33Z</dcterms:created>
  <dcterms:modified xsi:type="dcterms:W3CDTF">2026-08-19T18:51:33Z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2052-12.9.0.25368</vt:lpwstr>
  </property>
  <property fmtid="{D5CDD505-2E9C-101B-9397-08002B2CF9AE}" pid="3" name="ICV">
    <vt:lpwstr>AB5CBD816080454934FB856A2CD5008D_41</vt:lpwstr>
  </property>
  <property fmtid="{D5CDD505-2E9C-101B-9397-08002B2CF9AE}" pid="4" name="intentionCode">
    <vt:lpwstr>kdocs_wpp_generate_html_ppt_doc</vt:lpwstr>
  </property>
  <property fmtid="{D5CDD505-2E9C-101B-9397-08002B2CF9AE}" pid="5" name="KSOAIPPTCode">
    <vt:lpwstr>cmKCRhZRLcFaJcT2p4Qfpytz4FYD0WcCeaeon8TxjujbefuXjB3rWTTVqT6E8s6Lt6x3rvAzAwEL77qFEyM+bvgD52vRO7SvAOPb7hBG8aSvX4Pf8MzYVNJomHRDk7A4/pnArHUAAZkElhkkopEwyfdxZfhcga15xSKa7OfxUVWNkDhD1EwmU2nVtM+OUigaFrDHn7DCY2lsSOCTPziAd54hPWE0jXt1H/UT3NvY+4oRqIgUtHmKienLcD18FmyN3LOidlFcROQK+3lScCVr8EQn216jbLERa09xS15Vi1Wlqkj28iWwU6lGkEslpBaR8MJfNmeHBEY/jm2Dxvpfvw==</vt:lpwstr>
  </property>
</Properties>
</file>